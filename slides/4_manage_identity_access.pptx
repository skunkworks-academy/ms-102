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58" r:id="rId4"/>
    <p:sldId id="259" r:id="rId5"/>
  </p:sldIdLst>
  <p:sldSz cx="9144000" cy="5148263"/>
  <p:notesSz cx="5148263"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1F75DD-E9C3-41D0-9DA1-A2D9424162DD}" v="5" dt="2025-12-18T21:05:17.8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9" d="100"/>
          <a:sy n="129" d="100"/>
        </p:scale>
        <p:origin x="144" y="4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ydo Matthee" userId="259e028f13680ef9" providerId="LiveId" clId="{6AC1AFA1-16AA-487C-B473-8260DD30DC01}"/>
    <pc:docChg chg="undo custSel modSld">
      <pc:chgData name="Raydo Matthee" userId="259e028f13680ef9" providerId="LiveId" clId="{6AC1AFA1-16AA-487C-B473-8260DD30DC01}" dt="2025-12-18T21:05:12.391" v="63" actId="20577"/>
      <pc:docMkLst>
        <pc:docMk/>
      </pc:docMkLst>
      <pc:sldChg chg="addSp modSp mod setBg">
        <pc:chgData name="Raydo Matthee" userId="259e028f13680ef9" providerId="LiveId" clId="{6AC1AFA1-16AA-487C-B473-8260DD30DC01}" dt="2025-12-18T21:01:59.097" v="0" actId="26606"/>
        <pc:sldMkLst>
          <pc:docMk/>
          <pc:sldMk cId="0" sldId="256"/>
        </pc:sldMkLst>
        <pc:spChg chg="mod">
          <ac:chgData name="Raydo Matthee" userId="259e028f13680ef9" providerId="LiveId" clId="{6AC1AFA1-16AA-487C-B473-8260DD30DC01}" dt="2025-12-18T21:01:59.097" v="0" actId="26606"/>
          <ac:spMkLst>
            <pc:docMk/>
            <pc:sldMk cId="0" sldId="256"/>
            <ac:spMk id="2" creationId="{00000000-0000-0000-0000-000000000000}"/>
          </ac:spMkLst>
        </pc:spChg>
        <pc:spChg chg="mod">
          <ac:chgData name="Raydo Matthee" userId="259e028f13680ef9" providerId="LiveId" clId="{6AC1AFA1-16AA-487C-B473-8260DD30DC01}" dt="2025-12-18T21:01:59.097" v="0" actId="26606"/>
          <ac:spMkLst>
            <pc:docMk/>
            <pc:sldMk cId="0" sldId="256"/>
            <ac:spMk id="3" creationId="{00000000-0000-0000-0000-000000000000}"/>
          </ac:spMkLst>
        </pc:spChg>
        <pc:spChg chg="mod">
          <ac:chgData name="Raydo Matthee" userId="259e028f13680ef9" providerId="LiveId" clId="{6AC1AFA1-16AA-487C-B473-8260DD30DC01}" dt="2025-12-18T21:01:59.097" v="0" actId="26606"/>
          <ac:spMkLst>
            <pc:docMk/>
            <pc:sldMk cId="0" sldId="256"/>
            <ac:spMk id="5" creationId="{00000000-0000-0000-0000-000000000000}"/>
          </ac:spMkLst>
        </pc:spChg>
        <pc:spChg chg="add">
          <ac:chgData name="Raydo Matthee" userId="259e028f13680ef9" providerId="LiveId" clId="{6AC1AFA1-16AA-487C-B473-8260DD30DC01}" dt="2025-12-18T21:01:59.097" v="0" actId="26606"/>
          <ac:spMkLst>
            <pc:docMk/>
            <pc:sldMk cId="0" sldId="256"/>
            <ac:spMk id="10" creationId="{E8A8EAB8-D2FF-444D-B34B-7D32F106AD0E}"/>
          </ac:spMkLst>
        </pc:spChg>
        <pc:picChg chg="mod">
          <ac:chgData name="Raydo Matthee" userId="259e028f13680ef9" providerId="LiveId" clId="{6AC1AFA1-16AA-487C-B473-8260DD30DC01}" dt="2025-12-18T21:01:59.097" v="0" actId="26606"/>
          <ac:picMkLst>
            <pc:docMk/>
            <pc:sldMk cId="0" sldId="256"/>
            <ac:picMk id="4" creationId="{00000000-0000-0000-0000-000000000000}"/>
          </ac:picMkLst>
        </pc:picChg>
        <pc:cxnChg chg="add">
          <ac:chgData name="Raydo Matthee" userId="259e028f13680ef9" providerId="LiveId" clId="{6AC1AFA1-16AA-487C-B473-8260DD30DC01}" dt="2025-12-18T21:01:59.097" v="0" actId="26606"/>
          <ac:cxnSpMkLst>
            <pc:docMk/>
            <pc:sldMk cId="0" sldId="256"/>
            <ac:cxnSpMk id="12" creationId="{EEA38897-7BA3-4408-8083-3235339C4A60}"/>
          </ac:cxnSpMkLst>
        </pc:cxnChg>
        <pc:cxnChg chg="add">
          <ac:chgData name="Raydo Matthee" userId="259e028f13680ef9" providerId="LiveId" clId="{6AC1AFA1-16AA-487C-B473-8260DD30DC01}" dt="2025-12-18T21:01:59.097" v="0" actId="26606"/>
          <ac:cxnSpMkLst>
            <pc:docMk/>
            <pc:sldMk cId="0" sldId="256"/>
            <ac:cxnSpMk id="14" creationId="{F11AD06B-AB20-4097-8606-5DA00DBACE88}"/>
          </ac:cxnSpMkLst>
        </pc:cxnChg>
      </pc:sldChg>
      <pc:sldChg chg="addSp delSp modSp mod setBg">
        <pc:chgData name="Raydo Matthee" userId="259e028f13680ef9" providerId="LiveId" clId="{6AC1AFA1-16AA-487C-B473-8260DD30DC01}" dt="2025-12-18T21:04:39.947" v="42" actId="26606"/>
        <pc:sldMkLst>
          <pc:docMk/>
          <pc:sldMk cId="0" sldId="257"/>
        </pc:sldMkLst>
        <pc:spChg chg="mod">
          <ac:chgData name="Raydo Matthee" userId="259e028f13680ef9" providerId="LiveId" clId="{6AC1AFA1-16AA-487C-B473-8260DD30DC01}" dt="2025-12-18T21:04:39.947" v="42" actId="26606"/>
          <ac:spMkLst>
            <pc:docMk/>
            <pc:sldMk cId="0" sldId="257"/>
            <ac:spMk id="2" creationId="{00000000-0000-0000-0000-000000000000}"/>
          </ac:spMkLst>
        </pc:spChg>
        <pc:spChg chg="del">
          <ac:chgData name="Raydo Matthee" userId="259e028f13680ef9" providerId="LiveId" clId="{6AC1AFA1-16AA-487C-B473-8260DD30DC01}" dt="2025-12-18T21:02:06.513" v="1" actId="478"/>
          <ac:spMkLst>
            <pc:docMk/>
            <pc:sldMk cId="0" sldId="257"/>
            <ac:spMk id="3" creationId="{00000000-0000-0000-0000-000000000000}"/>
          </ac:spMkLst>
        </pc:spChg>
        <pc:spChg chg="mod">
          <ac:chgData name="Raydo Matthee" userId="259e028f13680ef9" providerId="LiveId" clId="{6AC1AFA1-16AA-487C-B473-8260DD30DC01}" dt="2025-12-18T21:04:39.947" v="42" actId="26606"/>
          <ac:spMkLst>
            <pc:docMk/>
            <pc:sldMk cId="0" sldId="257"/>
            <ac:spMk id="4" creationId="{00000000-0000-0000-0000-000000000000}"/>
          </ac:spMkLst>
        </pc:spChg>
        <pc:spChg chg="del">
          <ac:chgData name="Raydo Matthee" userId="259e028f13680ef9" providerId="LiveId" clId="{6AC1AFA1-16AA-487C-B473-8260DD30DC01}" dt="2025-12-18T21:02:07.155" v="2" actId="478"/>
          <ac:spMkLst>
            <pc:docMk/>
            <pc:sldMk cId="0" sldId="257"/>
            <ac:spMk id="5" creationId="{00000000-0000-0000-0000-000000000000}"/>
          </ac:spMkLst>
        </pc:spChg>
        <pc:spChg chg="del mod">
          <ac:chgData name="Raydo Matthee" userId="259e028f13680ef9" providerId="LiveId" clId="{6AC1AFA1-16AA-487C-B473-8260DD30DC01}" dt="2025-12-18T21:04:02.435" v="27" actId="478"/>
          <ac:spMkLst>
            <pc:docMk/>
            <pc:sldMk cId="0" sldId="257"/>
            <ac:spMk id="6" creationId="{00000000-0000-0000-0000-000000000000}"/>
          </ac:spMkLst>
        </pc:spChg>
        <pc:spChg chg="del">
          <ac:chgData name="Raydo Matthee" userId="259e028f13680ef9" providerId="LiveId" clId="{6AC1AFA1-16AA-487C-B473-8260DD30DC01}" dt="2025-12-18T21:02:07.827" v="3" actId="478"/>
          <ac:spMkLst>
            <pc:docMk/>
            <pc:sldMk cId="0" sldId="257"/>
            <ac:spMk id="7" creationId="{00000000-0000-0000-0000-000000000000}"/>
          </ac:spMkLst>
        </pc:spChg>
        <pc:spChg chg="del mod">
          <ac:chgData name="Raydo Matthee" userId="259e028f13680ef9" providerId="LiveId" clId="{6AC1AFA1-16AA-487C-B473-8260DD30DC01}" dt="2025-12-18T21:02:34.755" v="16" actId="478"/>
          <ac:spMkLst>
            <pc:docMk/>
            <pc:sldMk cId="0" sldId="257"/>
            <ac:spMk id="8" creationId="{00000000-0000-0000-0000-000000000000}"/>
          </ac:spMkLst>
        </pc:spChg>
        <pc:spChg chg="del mod">
          <ac:chgData name="Raydo Matthee" userId="259e028f13680ef9" providerId="LiveId" clId="{6AC1AFA1-16AA-487C-B473-8260DD30DC01}" dt="2025-12-18T21:02:08.524" v="5" actId="478"/>
          <ac:spMkLst>
            <pc:docMk/>
            <pc:sldMk cId="0" sldId="257"/>
            <ac:spMk id="9" creationId="{00000000-0000-0000-0000-000000000000}"/>
          </ac:spMkLst>
        </pc:spChg>
        <pc:spChg chg="del mod">
          <ac:chgData name="Raydo Matthee" userId="259e028f13680ef9" providerId="LiveId" clId="{6AC1AFA1-16AA-487C-B473-8260DD30DC01}" dt="2025-12-18T21:02:19.444" v="10" actId="478"/>
          <ac:spMkLst>
            <pc:docMk/>
            <pc:sldMk cId="0" sldId="257"/>
            <ac:spMk id="10" creationId="{00000000-0000-0000-0000-000000000000}"/>
          </ac:spMkLst>
        </pc:spChg>
        <pc:spChg chg="mod">
          <ac:chgData name="Raydo Matthee" userId="259e028f13680ef9" providerId="LiveId" clId="{6AC1AFA1-16AA-487C-B473-8260DD30DC01}" dt="2025-12-18T21:04:39.947" v="42" actId="26606"/>
          <ac:spMkLst>
            <pc:docMk/>
            <pc:sldMk cId="0" sldId="257"/>
            <ac:spMk id="11" creationId="{00000000-0000-0000-0000-000000000000}"/>
          </ac:spMkLst>
        </pc:spChg>
        <pc:spChg chg="add">
          <ac:chgData name="Raydo Matthee" userId="259e028f13680ef9" providerId="LiveId" clId="{6AC1AFA1-16AA-487C-B473-8260DD30DC01}" dt="2025-12-18T21:04:39.947" v="42" actId="26606"/>
          <ac:spMkLst>
            <pc:docMk/>
            <pc:sldMk cId="0" sldId="257"/>
            <ac:spMk id="16" creationId="{09588DA8-065E-4F6F-8EFD-43104AB2E0CF}"/>
          </ac:spMkLst>
        </pc:spChg>
        <pc:spChg chg="add">
          <ac:chgData name="Raydo Matthee" userId="259e028f13680ef9" providerId="LiveId" clId="{6AC1AFA1-16AA-487C-B473-8260DD30DC01}" dt="2025-12-18T21:04:39.947" v="42" actId="26606"/>
          <ac:spMkLst>
            <pc:docMk/>
            <pc:sldMk cId="0" sldId="257"/>
            <ac:spMk id="18" creationId="{C4285719-470E-454C-AF62-8323075F1F5B}"/>
          </ac:spMkLst>
        </pc:spChg>
        <pc:spChg chg="add">
          <ac:chgData name="Raydo Matthee" userId="259e028f13680ef9" providerId="LiveId" clId="{6AC1AFA1-16AA-487C-B473-8260DD30DC01}" dt="2025-12-18T21:04:39.947" v="42" actId="26606"/>
          <ac:spMkLst>
            <pc:docMk/>
            <pc:sldMk cId="0" sldId="257"/>
            <ac:spMk id="20" creationId="{CD9FE4EF-C4D8-49A0-B2FF-81D8DB7D8A24}"/>
          </ac:spMkLst>
        </pc:spChg>
        <pc:spChg chg="add">
          <ac:chgData name="Raydo Matthee" userId="259e028f13680ef9" providerId="LiveId" clId="{6AC1AFA1-16AA-487C-B473-8260DD30DC01}" dt="2025-12-18T21:04:39.947" v="42" actId="26606"/>
          <ac:spMkLst>
            <pc:docMk/>
            <pc:sldMk cId="0" sldId="257"/>
            <ac:spMk id="22" creationId="{4300840D-0A0B-4512-BACA-B439D5B9C57C}"/>
          </ac:spMkLst>
        </pc:spChg>
        <pc:spChg chg="add">
          <ac:chgData name="Raydo Matthee" userId="259e028f13680ef9" providerId="LiveId" clId="{6AC1AFA1-16AA-487C-B473-8260DD30DC01}" dt="2025-12-18T21:04:39.947" v="42" actId="26606"/>
          <ac:spMkLst>
            <pc:docMk/>
            <pc:sldMk cId="0" sldId="257"/>
            <ac:spMk id="24" creationId="{D2B78728-A580-49A7-84F9-6EF6F583ADE0}"/>
          </ac:spMkLst>
        </pc:spChg>
        <pc:spChg chg="add">
          <ac:chgData name="Raydo Matthee" userId="259e028f13680ef9" providerId="LiveId" clId="{6AC1AFA1-16AA-487C-B473-8260DD30DC01}" dt="2025-12-18T21:04:39.947" v="42" actId="26606"/>
          <ac:spMkLst>
            <pc:docMk/>
            <pc:sldMk cId="0" sldId="257"/>
            <ac:spMk id="26" creationId="{38FAA1A1-D861-433F-88FA-1E9D6FD31D11}"/>
          </ac:spMkLst>
        </pc:spChg>
        <pc:spChg chg="add">
          <ac:chgData name="Raydo Matthee" userId="259e028f13680ef9" providerId="LiveId" clId="{6AC1AFA1-16AA-487C-B473-8260DD30DC01}" dt="2025-12-18T21:04:39.947" v="42" actId="26606"/>
          <ac:spMkLst>
            <pc:docMk/>
            <pc:sldMk cId="0" sldId="257"/>
            <ac:spMk id="28" creationId="{8D71EDA1-87BF-4D5D-AB79-F346FD19278A}"/>
          </ac:spMkLst>
        </pc:spChg>
      </pc:sldChg>
      <pc:sldChg chg="addSp delSp modSp mod setBg">
        <pc:chgData name="Raydo Matthee" userId="259e028f13680ef9" providerId="LiveId" clId="{6AC1AFA1-16AA-487C-B473-8260DD30DC01}" dt="2025-12-18T21:04:48.263" v="45" actId="26606"/>
        <pc:sldMkLst>
          <pc:docMk/>
          <pc:sldMk cId="0" sldId="258"/>
        </pc:sldMkLst>
        <pc:spChg chg="mod">
          <ac:chgData name="Raydo Matthee" userId="259e028f13680ef9" providerId="LiveId" clId="{6AC1AFA1-16AA-487C-B473-8260DD30DC01}" dt="2025-12-18T21:04:48.263" v="45" actId="26606"/>
          <ac:spMkLst>
            <pc:docMk/>
            <pc:sldMk cId="0" sldId="258"/>
            <ac:spMk id="2" creationId="{00000000-0000-0000-0000-000000000000}"/>
          </ac:spMkLst>
        </pc:spChg>
        <pc:spChg chg="mod">
          <ac:chgData name="Raydo Matthee" userId="259e028f13680ef9" providerId="LiveId" clId="{6AC1AFA1-16AA-487C-B473-8260DD30DC01}" dt="2025-12-18T21:04:48.263" v="45" actId="26606"/>
          <ac:spMkLst>
            <pc:docMk/>
            <pc:sldMk cId="0" sldId="258"/>
            <ac:spMk id="3" creationId="{00000000-0000-0000-0000-000000000000}"/>
          </ac:spMkLst>
        </pc:spChg>
        <pc:spChg chg="add del">
          <ac:chgData name="Raydo Matthee" userId="259e028f13680ef9" providerId="LiveId" clId="{6AC1AFA1-16AA-487C-B473-8260DD30DC01}" dt="2025-12-18T21:04:48.247" v="44" actId="26606"/>
          <ac:spMkLst>
            <pc:docMk/>
            <pc:sldMk cId="0" sldId="258"/>
            <ac:spMk id="9" creationId="{A8384FB5-9ADC-4DDC-881B-597D56F5B15D}"/>
          </ac:spMkLst>
        </pc:spChg>
        <pc:spChg chg="add del">
          <ac:chgData name="Raydo Matthee" userId="259e028f13680ef9" providerId="LiveId" clId="{6AC1AFA1-16AA-487C-B473-8260DD30DC01}" dt="2025-12-18T21:04:48.247" v="44" actId="26606"/>
          <ac:spMkLst>
            <pc:docMk/>
            <pc:sldMk cId="0" sldId="258"/>
            <ac:spMk id="11" creationId="{1199E1B1-A8C0-4FE8-A5A8-1CB41D69F857}"/>
          </ac:spMkLst>
        </pc:spChg>
        <pc:spChg chg="add del">
          <ac:chgData name="Raydo Matthee" userId="259e028f13680ef9" providerId="LiveId" clId="{6AC1AFA1-16AA-487C-B473-8260DD30DC01}" dt="2025-12-18T21:04:48.247" v="44" actId="26606"/>
          <ac:spMkLst>
            <pc:docMk/>
            <pc:sldMk cId="0" sldId="258"/>
            <ac:spMk id="13" creationId="{84A8DE83-DE75-4B41-9DB4-A7EC0B0DEC0B}"/>
          </ac:spMkLst>
        </pc:spChg>
        <pc:spChg chg="add del">
          <ac:chgData name="Raydo Matthee" userId="259e028f13680ef9" providerId="LiveId" clId="{6AC1AFA1-16AA-487C-B473-8260DD30DC01}" dt="2025-12-18T21:04:48.247" v="44" actId="26606"/>
          <ac:spMkLst>
            <pc:docMk/>
            <pc:sldMk cId="0" sldId="258"/>
            <ac:spMk id="15" creationId="{A7009A0A-BEF5-4EAC-AF15-E4F9F002E239}"/>
          </ac:spMkLst>
        </pc:spChg>
        <pc:spChg chg="add">
          <ac:chgData name="Raydo Matthee" userId="259e028f13680ef9" providerId="LiveId" clId="{6AC1AFA1-16AA-487C-B473-8260DD30DC01}" dt="2025-12-18T21:04:48.263" v="45" actId="26606"/>
          <ac:spMkLst>
            <pc:docMk/>
            <pc:sldMk cId="0" sldId="258"/>
            <ac:spMk id="17" creationId="{A8384FB5-9ADC-4DDC-881B-597D56F5B15D}"/>
          </ac:spMkLst>
        </pc:spChg>
        <pc:spChg chg="add">
          <ac:chgData name="Raydo Matthee" userId="259e028f13680ef9" providerId="LiveId" clId="{6AC1AFA1-16AA-487C-B473-8260DD30DC01}" dt="2025-12-18T21:04:48.263" v="45" actId="26606"/>
          <ac:spMkLst>
            <pc:docMk/>
            <pc:sldMk cId="0" sldId="258"/>
            <ac:spMk id="18" creationId="{1199E1B1-A8C0-4FE8-A5A8-1CB41D69F857}"/>
          </ac:spMkLst>
        </pc:spChg>
        <pc:spChg chg="add">
          <ac:chgData name="Raydo Matthee" userId="259e028f13680ef9" providerId="LiveId" clId="{6AC1AFA1-16AA-487C-B473-8260DD30DC01}" dt="2025-12-18T21:04:48.263" v="45" actId="26606"/>
          <ac:spMkLst>
            <pc:docMk/>
            <pc:sldMk cId="0" sldId="258"/>
            <ac:spMk id="19" creationId="{84A8DE83-DE75-4B41-9DB4-A7EC0B0DEC0B}"/>
          </ac:spMkLst>
        </pc:spChg>
        <pc:spChg chg="add">
          <ac:chgData name="Raydo Matthee" userId="259e028f13680ef9" providerId="LiveId" clId="{6AC1AFA1-16AA-487C-B473-8260DD30DC01}" dt="2025-12-18T21:04:48.263" v="45" actId="26606"/>
          <ac:spMkLst>
            <pc:docMk/>
            <pc:sldMk cId="0" sldId="258"/>
            <ac:spMk id="20" creationId="{A7009A0A-BEF5-4EAC-AF15-E4F9F002E239}"/>
          </ac:spMkLst>
        </pc:spChg>
        <pc:graphicFrameChg chg="add mod ord">
          <ac:chgData name="Raydo Matthee" userId="259e028f13680ef9" providerId="LiveId" clId="{6AC1AFA1-16AA-487C-B473-8260DD30DC01}" dt="2025-12-18T21:04:48.263" v="45" actId="26606"/>
          <ac:graphicFrameMkLst>
            <pc:docMk/>
            <pc:sldMk cId="0" sldId="258"/>
            <ac:graphicFrameMk id="4" creationId="{00000000-0000-0000-0000-000000000000}"/>
          </ac:graphicFrameMkLst>
        </pc:graphicFrameChg>
      </pc:sldChg>
      <pc:sldChg chg="modSp mod">
        <pc:chgData name="Raydo Matthee" userId="259e028f13680ef9" providerId="LiveId" clId="{6AC1AFA1-16AA-487C-B473-8260DD30DC01}" dt="2025-12-18T21:05:12.391" v="63" actId="20577"/>
        <pc:sldMkLst>
          <pc:docMk/>
          <pc:sldMk cId="0" sldId="259"/>
        </pc:sldMkLst>
        <pc:spChg chg="mod">
          <ac:chgData name="Raydo Matthee" userId="259e028f13680ef9" providerId="LiveId" clId="{6AC1AFA1-16AA-487C-B473-8260DD30DC01}" dt="2025-12-18T21:05:12.391" v="63" actId="20577"/>
          <ac:spMkLst>
            <pc:docMk/>
            <pc:sldMk cId="0" sldId="259"/>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780600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learn.microsoft.com/en-us/training/modules/examine-threat-vectors-data-breaches/#:~:text=,compromise%20user%20accounts%20through%20email" TargetMode="External"/></Relationships>
</file>

<file path=ppt/slides/_rels/slide2.xml.rels><?xml version="1.0" encoding="UTF-8" standalone="yes"?>
<Relationships xmlns="http://schemas.openxmlformats.org/package/2006/relationships"><Relationship Id="rId3" Type="http://schemas.openxmlformats.org/officeDocument/2006/relationships/hyperlink" Target="https://learn.microsoft.com/en-us/training/modules/examine-threat-vectors-data-breaches/#:~:text=,compromise%20user%20accounts%20through%20email"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hyperlink" Target="https://learn.microsoft.com/en-us/training/modules/explore-security-solutions-microsoft-365-defender/#:~:text=,tenant%20through%20three%20core%20areas" TargetMode="External"/><Relationship Id="rId5" Type="http://schemas.openxmlformats.org/officeDocument/2006/relationships/hyperlink" Target="https://learn.microsoft.com/en-us/training/modules/manage-secure-access-microsoft-365/#:~:text=Learning%20objectives" TargetMode="External"/><Relationship Id="rId4" Type="http://schemas.openxmlformats.org/officeDocument/2006/relationships/hyperlink" Target="https://learn.microsoft.com/en-us/training/modules/explore-zero-trust-security-model/#:~:text=,to%20security%20in%20Microsoft%20365" TargetMode="External"/></Relationships>
</file>

<file path=ppt/slides/_rels/slide3.xml.rels><?xml version="1.0" encoding="UTF-8" standalone="yes"?>
<Relationships xmlns="http://schemas.openxmlformats.org/package/2006/relationships"><Relationship Id="rId8" Type="http://schemas.openxmlformats.org/officeDocument/2006/relationships/hyperlink" Target="https://learn.microsoft.com/en-us/training/modules/examine-privileged-identity-management/#:~:text=,important%20resources%20in%20your%20organization" TargetMode="External"/><Relationship Id="rId3" Type="http://schemas.openxmlformats.org/officeDocument/2006/relationships/hyperlink" Target="https://learn.microsoft.com/en-us/training/modules/examine-threat-vectors-data-breaches/#:~:text=,compromise%20user%20accounts%20through%20email" TargetMode="External"/><Relationship Id="rId7" Type="http://schemas.openxmlformats.org/officeDocument/2006/relationships/hyperlink" Target="https://learn.microsoft.com/en-us/training/modules/examine-microsoft-secure-score/#:~:text=,impact%20it%20has%20on%20users"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hyperlink" Target="https://learn.microsoft.com/en-us/training/modules/explore-security-solutions-microsoft-365-defender/#:~:text=,tenant%20through%20three%20core%20areas" TargetMode="External"/><Relationship Id="rId5" Type="http://schemas.openxmlformats.org/officeDocument/2006/relationships/hyperlink" Target="https://learn.microsoft.com/en-us/training/modules/manage-secure-access-microsoft-365/#:~:text=Learning%20objectives" TargetMode="External"/><Relationship Id="rId4" Type="http://schemas.openxmlformats.org/officeDocument/2006/relationships/hyperlink" Target="https://learn.microsoft.com/en-us/training/modules/explore-zero-trust-security-model/#:~:text=,to%20security%20in%20Microsoft%20365" TargetMode="External"/><Relationship Id="rId9" Type="http://schemas.openxmlformats.org/officeDocument/2006/relationships/hyperlink" Target="https://learn.microsoft.com/en-us/training/modules/examine-azure-identity-protection/#:~:text=Learning%20objectives" TargetMode="External"/></Relationships>
</file>

<file path=ppt/slides/_rels/slide4.xml.rels><?xml version="1.0" encoding="UTF-8" standalone="yes"?>
<Relationships xmlns="http://schemas.openxmlformats.org/package/2006/relationships"><Relationship Id="rId8" Type="http://schemas.openxmlformats.org/officeDocument/2006/relationships/hyperlink" Target="https://learn.microsoft.com/en-us/training/modules/examine-microsoft-secure-score/#:~:text=,impact%20it%20has%20on%20users" TargetMode="External"/><Relationship Id="rId3" Type="http://schemas.openxmlformats.org/officeDocument/2006/relationships/image" Target="../media/image2.png"/><Relationship Id="rId7" Type="http://schemas.openxmlformats.org/officeDocument/2006/relationships/hyperlink" Target="https://learn.microsoft.com/en-us/training/modules/explore-security-solutions-microsoft-365-defender/#:~:text=,tenant%20through%20three%20core%20areas"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hyperlink" Target="https://learn.microsoft.com/en-us/training/modules/manage-secure-access-microsoft-365/#:~:text=Learning%20objectives" TargetMode="External"/><Relationship Id="rId5" Type="http://schemas.openxmlformats.org/officeDocument/2006/relationships/hyperlink" Target="https://learn.microsoft.com/en-us/training/modules/explore-zero-trust-security-model/#:~:text=,to%20security%20in%20Microsoft%20365" TargetMode="External"/><Relationship Id="rId10" Type="http://schemas.openxmlformats.org/officeDocument/2006/relationships/hyperlink" Target="https://learn.microsoft.com/en-us/training/modules/examine-azure-identity-protection/#:~:text=Learning%20objectives" TargetMode="External"/><Relationship Id="rId4" Type="http://schemas.openxmlformats.org/officeDocument/2006/relationships/hyperlink" Target="https://learn.microsoft.com/en-us/training/modules/examine-threat-vectors-data-breaches/#:~:text=,compromise%20user%20accounts%20through%20email" TargetMode="External"/><Relationship Id="rId9" Type="http://schemas.openxmlformats.org/officeDocument/2006/relationships/hyperlink" Target="https://learn.microsoft.com/en-us/training/modules/examine-privileged-identity-management/#:~:text=,important%20resources%20in%20your%20organizatio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8262"/>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ext 0"/>
          <p:cNvSpPr/>
          <p:nvPr/>
        </p:nvSpPr>
        <p:spPr>
          <a:xfrm>
            <a:off x="628650" y="336852"/>
            <a:ext cx="3530753" cy="920089"/>
          </a:xfrm>
          <a:prstGeom prst="rect">
            <a:avLst/>
          </a:prstGeom>
        </p:spPr>
        <p:txBody>
          <a:bodyPr vert="horz" lIns="91440" tIns="45720" rIns="91440" bIns="45720" rtlCol="0" anchor="b">
            <a:normAutofit/>
          </a:bodyPr>
          <a:lstStyle/>
          <a:p>
            <a:pPr marL="0" indent="0">
              <a:lnSpc>
                <a:spcPct val="90000"/>
              </a:lnSpc>
              <a:spcBef>
                <a:spcPct val="0"/>
              </a:spcBef>
              <a:spcAft>
                <a:spcPts val="600"/>
              </a:spcAft>
            </a:pPr>
            <a:r>
              <a:rPr lang="en-US" sz="2500" b="1" kern="1200">
                <a:solidFill>
                  <a:schemeClr val="bg1"/>
                </a:solidFill>
                <a:latin typeface="+mj-lt"/>
                <a:ea typeface="+mj-ea"/>
                <a:cs typeface="+mj-cs"/>
              </a:rPr>
              <a:t>Manage identity &amp; access
</a:t>
            </a:r>
            <a:r>
              <a:rPr lang="en-US" sz="2500" i="1" kern="1200">
                <a:solidFill>
                  <a:schemeClr val="bg1"/>
                </a:solidFill>
                <a:latin typeface="+mj-lt"/>
                <a:ea typeface="+mj-ea"/>
                <a:cs typeface="+mj-cs"/>
              </a:rPr>
              <a:t>Learning Path Overview</a:t>
            </a:r>
            <a:endParaRPr lang="en-US" sz="2500" kern="1200">
              <a:solidFill>
                <a:schemeClr val="bg1"/>
              </a:solidFill>
              <a:latin typeface="+mj-lt"/>
              <a:ea typeface="+mj-ea"/>
              <a:cs typeface="+mj-cs"/>
            </a:endParaRPr>
          </a:p>
        </p:txBody>
      </p:sp>
      <p:cxnSp>
        <p:nvCxnSpPr>
          <p:cNvPr id="12" name="Straight Connector 11">
            <a:extLst>
              <a:ext uri="{FF2B5EF4-FFF2-40B4-BE49-F238E27FC236}">
                <a16:creationId xmlns:a16="http://schemas.microsoft.com/office/drawing/2014/main" id="{EEA38897-7BA3-4408-8083-3235339C4A6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3904" y="1313532"/>
            <a:ext cx="353872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Text 1"/>
          <p:cNvSpPr/>
          <p:nvPr/>
        </p:nvSpPr>
        <p:spPr>
          <a:xfrm>
            <a:off x="673326" y="1433219"/>
            <a:ext cx="3439885" cy="2738316"/>
          </a:xfrm>
          <a:prstGeom prst="rect">
            <a:avLst/>
          </a:prstGeom>
        </p:spPr>
        <p:txBody>
          <a:bodyPr vert="horz" lIns="91440" tIns="45720" rIns="91440" bIns="45720" rtlCol="0">
            <a:normAutofit/>
          </a:bodyPr>
          <a:lstStyle/>
          <a:p>
            <a:pPr marL="0" indent="-228600">
              <a:lnSpc>
                <a:spcPct val="90000"/>
              </a:lnSpc>
              <a:spcAft>
                <a:spcPts val="600"/>
              </a:spcAft>
              <a:buFont typeface="Arial" panose="020B0604020202020204" pitchFamily="34" charset="0"/>
              <a:buChar char="•"/>
            </a:pPr>
            <a:r>
              <a:rPr lang="en-US" sz="1500" dirty="0">
                <a:solidFill>
                  <a:schemeClr val="bg1"/>
                </a:solidFill>
              </a:rPr>
              <a:t>Protect your organisation by understanding threat vectors, enforcing secure access controls and adopting Zero Trust principles.</a:t>
            </a:r>
          </a:p>
        </p:txBody>
      </p:sp>
      <p:cxnSp>
        <p:nvCxnSpPr>
          <p:cNvPr id="14" name="Straight Connector 13">
            <a:extLst>
              <a:ext uri="{FF2B5EF4-FFF2-40B4-BE49-F238E27FC236}">
                <a16:creationId xmlns:a16="http://schemas.microsoft.com/office/drawing/2014/main" id="{F11AD06B-AB20-4097-8606-5DA00DBACE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5520" y="4284717"/>
            <a:ext cx="353549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4" name="Image 0" descr="preencoded.png"/>
          <p:cNvPicPr>
            <a:picLocks noChangeAspect="1"/>
          </p:cNvPicPr>
          <p:nvPr/>
        </p:nvPicPr>
        <p:blipFill>
          <a:blip r:embed="rId3"/>
          <a:stretch/>
        </p:blipFill>
        <p:spPr>
          <a:xfrm>
            <a:off x="4894089" y="1155723"/>
            <a:ext cx="4249911" cy="2836815"/>
          </a:xfrm>
          <a:prstGeom prst="rect">
            <a:avLst/>
          </a:prstGeom>
        </p:spPr>
      </p:pic>
      <p:sp>
        <p:nvSpPr>
          <p:cNvPr id="5" name="Text 2"/>
          <p:cNvSpPr/>
          <p:nvPr/>
        </p:nvSpPr>
        <p:spPr>
          <a:xfrm>
            <a:off x="457200" y="4754880"/>
            <a:ext cx="8229600" cy="274320"/>
          </a:xfrm>
          <a:prstGeom prst="rect">
            <a:avLst/>
          </a:prstGeom>
          <a:noFill/>
          <a:ln/>
        </p:spPr>
        <p:txBody>
          <a:bodyPr wrap="square" lIns="0" tIns="0" rIns="0" bIns="0" rtlCol="0" anchor="ctr"/>
          <a:lstStyle/>
          <a:p>
            <a:pPr marL="0" indent="0" algn="l">
              <a:spcAft>
                <a:spcPts val="600"/>
              </a:spcAft>
              <a:buNone/>
            </a:pPr>
            <a:r>
              <a:rPr lang="en-US" sz="600" u="sng" dirty="0">
                <a:solidFill>
                  <a:srgbClr val="4472C4"/>
                </a:solidFill>
                <a:hlinkClick r:id="rId4"/>
              </a:rPr>
              <a:t>[1]</a:t>
            </a:r>
            <a:endParaRPr lang="en-US" sz="6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8262"/>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Rectangle 17">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8262"/>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59944" y="1059943"/>
            <a:ext cx="5148263"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59945" y="1067553"/>
            <a:ext cx="5148262"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575074" y="2694958"/>
            <a:ext cx="1878222"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Freeform: Shape 25">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727961"/>
            <a:ext cx="2925267" cy="3137121"/>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Rectangle 27">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59951" y="1052331"/>
            <a:ext cx="5148265"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p:cNvSpPr/>
          <p:nvPr/>
        </p:nvSpPr>
        <p:spPr>
          <a:xfrm>
            <a:off x="350041" y="440548"/>
            <a:ext cx="2401025" cy="2542975"/>
          </a:xfrm>
          <a:prstGeom prst="rect">
            <a:avLst/>
          </a:prstGeom>
        </p:spPr>
        <p:txBody>
          <a:bodyPr vert="horz" lIns="91440" tIns="45720" rIns="91440" bIns="45720" rtlCol="0" anchor="b">
            <a:normAutofit/>
          </a:bodyPr>
          <a:lstStyle/>
          <a:p>
            <a:pPr marL="0" indent="0" algn="r">
              <a:lnSpc>
                <a:spcPct val="90000"/>
              </a:lnSpc>
              <a:spcBef>
                <a:spcPct val="0"/>
              </a:spcBef>
              <a:spcAft>
                <a:spcPts val="600"/>
              </a:spcAft>
            </a:pPr>
            <a:r>
              <a:rPr lang="en-US" sz="3000" kern="1200">
                <a:solidFill>
                  <a:srgbClr val="FFFFFF"/>
                </a:solidFill>
                <a:latin typeface="+mj-lt"/>
                <a:ea typeface="+mj-ea"/>
                <a:cs typeface="+mj-cs"/>
              </a:rPr>
              <a:t>Learning Objectives</a:t>
            </a:r>
          </a:p>
        </p:txBody>
      </p:sp>
      <p:sp>
        <p:nvSpPr>
          <p:cNvPr id="4" name="Text 2"/>
          <p:cNvSpPr/>
          <p:nvPr/>
        </p:nvSpPr>
        <p:spPr>
          <a:xfrm>
            <a:off x="3607694" y="487561"/>
            <a:ext cx="4916510" cy="4163386"/>
          </a:xfrm>
          <a:prstGeom prst="rect">
            <a:avLst/>
          </a:prstGeom>
        </p:spPr>
        <p:txBody>
          <a:bodyPr vert="horz" lIns="91440" tIns="45720" rIns="91440" bIns="45720" rtlCol="0" anchor="ctr">
            <a:normAutofit/>
          </a:bodyPr>
          <a:lstStyle/>
          <a:p>
            <a:pPr marL="285750" indent="-228600">
              <a:lnSpc>
                <a:spcPct val="90000"/>
              </a:lnSpc>
              <a:spcAft>
                <a:spcPts val="600"/>
              </a:spcAft>
              <a:buFont typeface="Arial" panose="020B0604020202020204" pitchFamily="34" charset="0"/>
              <a:buChar char="•"/>
            </a:pPr>
            <a:r>
              <a:rPr lang="en-US" sz="1500"/>
              <a:t>Identify threat vectors, prevent account breaches and mitigate data exfiltration and elevation of privilege.</a:t>
            </a:r>
          </a:p>
          <a:p>
            <a:pPr marL="285750" indent="-228600">
              <a:lnSpc>
                <a:spcPct val="90000"/>
              </a:lnSpc>
              <a:spcAft>
                <a:spcPts val="600"/>
              </a:spcAft>
              <a:buFont typeface="Arial" panose="020B0604020202020204" pitchFamily="34" charset="0"/>
              <a:buChar char="•"/>
            </a:pPr>
            <a:r>
              <a:rPr lang="en-US" sz="1500"/>
              <a:t>Understand and implement the Zero Trust security model and its core principles.</a:t>
            </a:r>
          </a:p>
          <a:p>
            <a:pPr marL="285750" indent="-228600">
              <a:lnSpc>
                <a:spcPct val="90000"/>
              </a:lnSpc>
              <a:spcAft>
                <a:spcPts val="600"/>
              </a:spcAft>
              <a:buFont typeface="Arial" panose="020B0604020202020204" pitchFamily="34" charset="0"/>
              <a:buChar char="•"/>
            </a:pPr>
            <a:r>
              <a:rPr lang="en-US" sz="1500"/>
              <a:t>Configure secure access using passwords, Conditional Access policies, MFA and Smart Lockout.</a:t>
            </a:r>
          </a:p>
          <a:p>
            <a:pPr marL="285750" indent="-228600">
              <a:lnSpc>
                <a:spcPct val="90000"/>
              </a:lnSpc>
              <a:spcAft>
                <a:spcPts val="600"/>
              </a:spcAft>
              <a:buFont typeface="Arial" panose="020B0604020202020204" pitchFamily="34" charset="0"/>
              <a:buChar char="•"/>
            </a:pPr>
            <a:r>
              <a:rPr lang="en-US" sz="1500"/>
              <a:t>Familiarise yourself with Defender XDR, Secure Score, Privileged Identity Management and Identity Protection.</a:t>
            </a:r>
          </a:p>
        </p:txBody>
      </p:sp>
      <p:sp>
        <p:nvSpPr>
          <p:cNvPr id="11" name="Text 9"/>
          <p:cNvSpPr/>
          <p:nvPr/>
        </p:nvSpPr>
        <p:spPr>
          <a:xfrm>
            <a:off x="457200" y="4754880"/>
            <a:ext cx="8229600" cy="274320"/>
          </a:xfrm>
          <a:prstGeom prst="rect">
            <a:avLst/>
          </a:prstGeom>
          <a:noFill/>
          <a:ln/>
        </p:spPr>
        <p:txBody>
          <a:bodyPr wrap="square" lIns="0" tIns="0" rIns="0" bIns="0" rtlCol="0" anchor="ctr"/>
          <a:lstStyle/>
          <a:p>
            <a:pPr marL="0" indent="0" algn="l">
              <a:spcAft>
                <a:spcPts val="600"/>
              </a:spcAft>
              <a:buNone/>
            </a:pPr>
            <a:r>
              <a:rPr lang="en-US" sz="600" u="sng" dirty="0">
                <a:solidFill>
                  <a:srgbClr val="4472C4"/>
                </a:solidFill>
                <a:hlinkClick r:id="rId3"/>
              </a:rPr>
              <a:t>[2]</a:t>
            </a:r>
            <a:r>
              <a:rPr lang="en-US" sz="600" dirty="0">
                <a:solidFill>
                  <a:srgbClr val="000000"/>
                </a:solidFill>
              </a:rPr>
              <a:t>  </a:t>
            </a:r>
            <a:r>
              <a:rPr lang="en-US" sz="600" u="sng" dirty="0">
                <a:solidFill>
                  <a:srgbClr val="4472C4"/>
                </a:solidFill>
                <a:hlinkClick r:id="rId4"/>
              </a:rPr>
              <a:t>[3]</a:t>
            </a:r>
            <a:r>
              <a:rPr lang="en-US" sz="600" dirty="0">
                <a:solidFill>
                  <a:srgbClr val="000000"/>
                </a:solidFill>
              </a:rPr>
              <a:t>  </a:t>
            </a:r>
            <a:r>
              <a:rPr lang="en-US" sz="600" u="sng" dirty="0">
                <a:solidFill>
                  <a:srgbClr val="4472C4"/>
                </a:solidFill>
                <a:hlinkClick r:id="rId5"/>
              </a:rPr>
              <a:t>[4]</a:t>
            </a:r>
            <a:r>
              <a:rPr lang="en-US" sz="600" dirty="0">
                <a:solidFill>
                  <a:srgbClr val="000000"/>
                </a:solidFill>
              </a:rPr>
              <a:t>  </a:t>
            </a:r>
            <a:r>
              <a:rPr lang="en-US" sz="600" u="sng" dirty="0">
                <a:solidFill>
                  <a:srgbClr val="4472C4"/>
                </a:solidFill>
                <a:hlinkClick r:id="rId6"/>
              </a:rPr>
              <a:t>[5]</a:t>
            </a:r>
            <a:endParaRPr lang="en-US" sz="6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8262"/>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183060"/>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182689"/>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9144001" cy="1181825"/>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p:cNvSpPr/>
          <p:nvPr/>
        </p:nvSpPr>
        <p:spPr>
          <a:xfrm>
            <a:off x="524784" y="186200"/>
            <a:ext cx="5297791" cy="870205"/>
          </a:xfrm>
          <a:prstGeom prst="rect">
            <a:avLst/>
          </a:prstGeom>
        </p:spPr>
        <p:txBody>
          <a:bodyPr vert="horz" lIns="91440" tIns="45720" rIns="91440" bIns="45720" rtlCol="0" anchor="ctr">
            <a:normAutofit/>
          </a:bodyPr>
          <a:lstStyle/>
          <a:p>
            <a:pPr marL="0" indent="0">
              <a:lnSpc>
                <a:spcPct val="90000"/>
              </a:lnSpc>
              <a:spcBef>
                <a:spcPct val="0"/>
              </a:spcBef>
              <a:spcAft>
                <a:spcPts val="600"/>
              </a:spcAft>
            </a:pPr>
            <a:r>
              <a:rPr lang="en-US" sz="3000" b="1" kern="1200">
                <a:solidFill>
                  <a:srgbClr val="FFFFFF"/>
                </a:solidFill>
                <a:latin typeface="+mj-lt"/>
                <a:ea typeface="+mj-ea"/>
                <a:cs typeface="+mj-cs"/>
              </a:rPr>
              <a:t>Modules Overview</a:t>
            </a:r>
            <a:endParaRPr lang="en-US" sz="3000" kern="1200">
              <a:solidFill>
                <a:srgbClr val="FFFFFF"/>
              </a:solidFill>
              <a:latin typeface="+mj-lt"/>
              <a:ea typeface="+mj-ea"/>
              <a:cs typeface="+mj-cs"/>
            </a:endParaRPr>
          </a:p>
        </p:txBody>
      </p:sp>
      <p:sp>
        <p:nvSpPr>
          <p:cNvPr id="3" name="Text 1"/>
          <p:cNvSpPr/>
          <p:nvPr/>
        </p:nvSpPr>
        <p:spPr>
          <a:xfrm>
            <a:off x="6429374" y="293395"/>
            <a:ext cx="2425189" cy="655816"/>
          </a:xfrm>
          <a:prstGeom prst="rect">
            <a:avLst/>
          </a:prstGeom>
        </p:spPr>
        <p:txBody>
          <a:bodyPr vert="horz" lIns="91440" tIns="45720" rIns="91440" bIns="45720" rtlCol="0" anchor="ctr">
            <a:normAutofit/>
          </a:bodyPr>
          <a:lstStyle/>
          <a:p>
            <a:pPr>
              <a:lnSpc>
                <a:spcPct val="90000"/>
              </a:lnSpc>
              <a:spcBef>
                <a:spcPts val="1000"/>
              </a:spcBef>
            </a:pPr>
            <a:r>
              <a:rPr lang="en-US" sz="1500" u="sng" kern="1200">
                <a:solidFill>
                  <a:srgbClr val="FFFFFF"/>
                </a:solidFill>
                <a:latin typeface="+mn-lt"/>
                <a:ea typeface="+mn-ea"/>
                <a:cs typeface="+mn-cs"/>
                <a:hlinkClick r:id="rId3"/>
              </a:rPr>
              <a:t>[6]</a:t>
            </a:r>
            <a:r>
              <a:rPr lang="en-US" sz="1500" kern="1200">
                <a:solidFill>
                  <a:srgbClr val="FFFFFF"/>
                </a:solidFill>
                <a:latin typeface="+mn-lt"/>
                <a:ea typeface="+mn-ea"/>
                <a:cs typeface="+mn-cs"/>
              </a:rPr>
              <a:t>  </a:t>
            </a:r>
            <a:r>
              <a:rPr lang="en-US" sz="1500" u="sng" kern="1200">
                <a:solidFill>
                  <a:srgbClr val="FFFFFF"/>
                </a:solidFill>
                <a:latin typeface="+mn-lt"/>
                <a:ea typeface="+mn-ea"/>
                <a:cs typeface="+mn-cs"/>
                <a:hlinkClick r:id="rId4"/>
              </a:rPr>
              <a:t>[7]</a:t>
            </a:r>
            <a:r>
              <a:rPr lang="en-US" sz="1500" kern="1200">
                <a:solidFill>
                  <a:srgbClr val="FFFFFF"/>
                </a:solidFill>
                <a:latin typeface="+mn-lt"/>
                <a:ea typeface="+mn-ea"/>
                <a:cs typeface="+mn-cs"/>
              </a:rPr>
              <a:t>  </a:t>
            </a:r>
            <a:r>
              <a:rPr lang="en-US" sz="1500" u="sng" kern="1200">
                <a:solidFill>
                  <a:srgbClr val="FFFFFF"/>
                </a:solidFill>
                <a:latin typeface="+mn-lt"/>
                <a:ea typeface="+mn-ea"/>
                <a:cs typeface="+mn-cs"/>
                <a:hlinkClick r:id="rId5"/>
              </a:rPr>
              <a:t>[8]</a:t>
            </a:r>
            <a:r>
              <a:rPr lang="en-US" sz="1500" kern="1200">
                <a:solidFill>
                  <a:srgbClr val="FFFFFF"/>
                </a:solidFill>
                <a:latin typeface="+mn-lt"/>
                <a:ea typeface="+mn-ea"/>
                <a:cs typeface="+mn-cs"/>
              </a:rPr>
              <a:t>  </a:t>
            </a:r>
            <a:r>
              <a:rPr lang="en-US" sz="1500" u="sng" kern="1200">
                <a:solidFill>
                  <a:srgbClr val="FFFFFF"/>
                </a:solidFill>
                <a:latin typeface="+mn-lt"/>
                <a:ea typeface="+mn-ea"/>
                <a:cs typeface="+mn-cs"/>
                <a:hlinkClick r:id="rId6"/>
              </a:rPr>
              <a:t>[9]</a:t>
            </a:r>
            <a:r>
              <a:rPr lang="en-US" sz="1500" kern="1200">
                <a:solidFill>
                  <a:srgbClr val="FFFFFF"/>
                </a:solidFill>
                <a:latin typeface="+mn-lt"/>
                <a:ea typeface="+mn-ea"/>
                <a:cs typeface="+mn-cs"/>
              </a:rPr>
              <a:t>  </a:t>
            </a:r>
            <a:r>
              <a:rPr lang="en-US" sz="1500" u="sng" kern="1200">
                <a:solidFill>
                  <a:srgbClr val="FFFFFF"/>
                </a:solidFill>
                <a:latin typeface="+mn-lt"/>
                <a:ea typeface="+mn-ea"/>
                <a:cs typeface="+mn-cs"/>
                <a:hlinkClick r:id="rId7"/>
              </a:rPr>
              <a:t>[10]</a:t>
            </a:r>
            <a:r>
              <a:rPr lang="en-US" sz="1500" kern="1200">
                <a:solidFill>
                  <a:srgbClr val="FFFFFF"/>
                </a:solidFill>
                <a:latin typeface="+mn-lt"/>
                <a:ea typeface="+mn-ea"/>
                <a:cs typeface="+mn-cs"/>
              </a:rPr>
              <a:t>  </a:t>
            </a:r>
            <a:r>
              <a:rPr lang="en-US" sz="1500" u="sng" kern="1200">
                <a:solidFill>
                  <a:srgbClr val="FFFFFF"/>
                </a:solidFill>
                <a:latin typeface="+mn-lt"/>
                <a:ea typeface="+mn-ea"/>
                <a:cs typeface="+mn-cs"/>
                <a:hlinkClick r:id="rId8"/>
              </a:rPr>
              <a:t>[11]</a:t>
            </a:r>
            <a:r>
              <a:rPr lang="en-US" sz="1500" kern="1200">
                <a:solidFill>
                  <a:srgbClr val="FFFFFF"/>
                </a:solidFill>
                <a:latin typeface="+mn-lt"/>
                <a:ea typeface="+mn-ea"/>
                <a:cs typeface="+mn-cs"/>
              </a:rPr>
              <a:t>  </a:t>
            </a:r>
            <a:r>
              <a:rPr lang="en-US" sz="1500" u="sng" kern="1200">
                <a:solidFill>
                  <a:srgbClr val="FFFFFF"/>
                </a:solidFill>
                <a:latin typeface="+mn-lt"/>
                <a:ea typeface="+mn-ea"/>
                <a:cs typeface="+mn-cs"/>
                <a:hlinkClick r:id="rId9"/>
              </a:rPr>
              <a:t>[12]</a:t>
            </a:r>
            <a:endParaRPr lang="en-US" sz="1500" kern="1200">
              <a:solidFill>
                <a:srgbClr val="FFFFFF"/>
              </a:solidFill>
              <a:latin typeface="+mn-lt"/>
              <a:ea typeface="+mn-ea"/>
              <a:cs typeface="+mn-cs"/>
            </a:endParaRPr>
          </a:p>
        </p:txBody>
      </p:sp>
      <p:graphicFrame>
        <p:nvGraphicFramePr>
          <p:cNvPr id="4" name="Table 0"/>
          <p:cNvGraphicFramePr>
            <a:graphicFrameLocks noGrp="1"/>
          </p:cNvGraphicFramePr>
          <p:nvPr>
            <p:extLst>
              <p:ext uri="{D42A27DB-BD31-4B8C-83A1-F6EECF244321}">
                <p14:modId xmlns:p14="http://schemas.microsoft.com/office/powerpoint/2010/main" val="2123936651"/>
              </p:ext>
            </p:extLst>
          </p:nvPr>
        </p:nvGraphicFramePr>
        <p:xfrm>
          <a:off x="324168" y="1548340"/>
          <a:ext cx="8495663" cy="3197706"/>
        </p:xfrm>
        <a:graphic>
          <a:graphicData uri="http://schemas.openxmlformats.org/drawingml/2006/table">
            <a:tbl>
              <a:tblPr firstRow="1" bandRow="1"/>
              <a:tblGrid>
                <a:gridCol w="3455311">
                  <a:extLst>
                    <a:ext uri="{9D8B030D-6E8A-4147-A177-3AD203B41FA5}">
                      <a16:colId xmlns:a16="http://schemas.microsoft.com/office/drawing/2014/main" val="20000"/>
                    </a:ext>
                  </a:extLst>
                </a:gridCol>
                <a:gridCol w="5040352">
                  <a:extLst>
                    <a:ext uri="{9D8B030D-6E8A-4147-A177-3AD203B41FA5}">
                      <a16:colId xmlns:a16="http://schemas.microsoft.com/office/drawing/2014/main" val="20001"/>
                    </a:ext>
                  </a:extLst>
                </a:gridCol>
              </a:tblGrid>
              <a:tr h="384177">
                <a:tc>
                  <a:txBody>
                    <a:bodyPr/>
                    <a:lstStyle/>
                    <a:p>
                      <a:pPr marL="0" indent="0" algn="l">
                        <a:buNone/>
                      </a:pPr>
                      <a:r>
                        <a:rPr lang="en-US" sz="1500" b="1">
                          <a:solidFill>
                            <a:srgbClr val="FFFFFF"/>
                          </a:solidFill>
                        </a:rPr>
                        <a:t>Module</a:t>
                      </a:r>
                      <a:endParaRPr lang="en-US" sz="1500"/>
                    </a:p>
                  </a:txBody>
                  <a:tcPr marL="112993" marR="112993" marT="56496" marB="56496">
                    <a:lnL w="3810" cap="flat" cmpd="sng" algn="ctr">
                      <a:solidFill>
                        <a:srgbClr val="D9E2EF"/>
                      </a:solidFill>
                      <a:prstDash val="solid"/>
                      <a:round/>
                      <a:headEnd type="none" w="med" len="med"/>
                      <a:tailEnd type="none" w="med" len="med"/>
                    </a:lnL>
                    <a:lnR w="3810" cap="flat" cmpd="sng" algn="ctr">
                      <a:solidFill>
                        <a:srgbClr val="D9E2EF"/>
                      </a:solidFill>
                      <a:prstDash val="solid"/>
                      <a:round/>
                      <a:headEnd type="none" w="med" len="med"/>
                      <a:tailEnd type="none" w="med" len="med"/>
                    </a:lnR>
                    <a:lnT w="3810" cap="flat" cmpd="sng" algn="ctr">
                      <a:solidFill>
                        <a:srgbClr val="D9E2EF"/>
                      </a:solidFill>
                      <a:prstDash val="solid"/>
                      <a:round/>
                      <a:headEnd type="none" w="med" len="med"/>
                      <a:tailEnd type="none" w="med" len="med"/>
                    </a:lnT>
                    <a:lnB w="3810" cap="flat" cmpd="sng" algn="ctr">
                      <a:solidFill>
                        <a:srgbClr val="D9E2EF"/>
                      </a:solidFill>
                      <a:prstDash val="solid"/>
                      <a:round/>
                      <a:headEnd type="none" w="med" len="med"/>
                      <a:tailEnd type="none" w="med" len="med"/>
                    </a:lnB>
                    <a:solidFill>
                      <a:srgbClr val="1F4E79"/>
                    </a:solidFill>
                  </a:tcPr>
                </a:tc>
                <a:tc>
                  <a:txBody>
                    <a:bodyPr/>
                    <a:lstStyle/>
                    <a:p>
                      <a:pPr marL="0" indent="0" algn="l">
                        <a:buNone/>
                      </a:pPr>
                      <a:r>
                        <a:rPr lang="en-US" sz="1500" b="1">
                          <a:solidFill>
                            <a:srgbClr val="FFFFFF"/>
                          </a:solidFill>
                        </a:rPr>
                        <a:t>Key topics</a:t>
                      </a:r>
                      <a:endParaRPr lang="en-US" sz="1500"/>
                    </a:p>
                  </a:txBody>
                  <a:tcPr marL="112993" marR="112993" marT="56496" marB="56496">
                    <a:lnL w="3810" cap="flat" cmpd="sng" algn="ctr">
                      <a:solidFill>
                        <a:srgbClr val="D9E2EF"/>
                      </a:solidFill>
                      <a:prstDash val="solid"/>
                      <a:round/>
                      <a:headEnd type="none" w="med" len="med"/>
                      <a:tailEnd type="none" w="med" len="med"/>
                    </a:lnL>
                    <a:lnR w="3810" cap="flat" cmpd="sng" algn="ctr">
                      <a:solidFill>
                        <a:srgbClr val="D9E2EF"/>
                      </a:solidFill>
                      <a:prstDash val="solid"/>
                      <a:round/>
                      <a:headEnd type="none" w="med" len="med"/>
                      <a:tailEnd type="none" w="med" len="med"/>
                    </a:lnR>
                    <a:lnT w="3810" cap="flat" cmpd="sng" algn="ctr">
                      <a:solidFill>
                        <a:srgbClr val="D9E2EF"/>
                      </a:solidFill>
                      <a:prstDash val="solid"/>
                      <a:round/>
                      <a:headEnd type="none" w="med" len="med"/>
                      <a:tailEnd type="none" w="med" len="med"/>
                    </a:lnT>
                    <a:lnB w="3810" cap="flat" cmpd="sng" algn="ctr">
                      <a:solidFill>
                        <a:srgbClr val="D9E2EF"/>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365345">
                <a:tc>
                  <a:txBody>
                    <a:bodyPr/>
                    <a:lstStyle/>
                    <a:p>
                      <a:pPr marL="0" indent="0" algn="l">
                        <a:buNone/>
                      </a:pPr>
                      <a:r>
                        <a:rPr lang="en-US" sz="1400">
                          <a:solidFill>
                            <a:srgbClr val="1F4E79"/>
                          </a:solidFill>
                        </a:rPr>
                        <a:t>Threat vectors &amp; breaches</a:t>
                      </a:r>
                      <a:endParaRPr lang="en-US" sz="1400"/>
                    </a:p>
                  </a:txBody>
                  <a:tcPr marL="112993" marR="112993" marT="56496" marB="56496" anchor="ctr">
                    <a:lnL w="3810" cap="flat" cmpd="sng" algn="ctr">
                      <a:solidFill>
                        <a:srgbClr val="D9E2EF"/>
                      </a:solidFill>
                      <a:prstDash val="solid"/>
                      <a:round/>
                      <a:headEnd type="none" w="med" len="med"/>
                      <a:tailEnd type="none" w="med" len="med"/>
                    </a:lnL>
                    <a:lnR w="3810" cap="flat" cmpd="sng" algn="ctr">
                      <a:solidFill>
                        <a:srgbClr val="D9E2EF"/>
                      </a:solidFill>
                      <a:prstDash val="solid"/>
                      <a:round/>
                      <a:headEnd type="none" w="med" len="med"/>
                      <a:tailEnd type="none" w="med" len="med"/>
                    </a:lnR>
                    <a:lnT w="3810" cap="flat" cmpd="sng" algn="ctr">
                      <a:solidFill>
                        <a:srgbClr val="D9E2EF"/>
                      </a:solidFill>
                      <a:prstDash val="solid"/>
                      <a:round/>
                      <a:headEnd type="none" w="med" len="med"/>
                      <a:tailEnd type="none" w="med" len="med"/>
                    </a:lnT>
                    <a:lnB w="3810" cap="flat" cmpd="sng" algn="ctr">
                      <a:solidFill>
                        <a:srgbClr val="D9E2EF"/>
                      </a:solidFill>
                      <a:prstDash val="solid"/>
                      <a:round/>
                      <a:headEnd type="none" w="med" len="med"/>
                      <a:tailEnd type="none" w="med" len="med"/>
                    </a:lnB>
                    <a:solidFill>
                      <a:srgbClr val="F6F9FC"/>
                    </a:solidFill>
                  </a:tcPr>
                </a:tc>
                <a:tc>
                  <a:txBody>
                    <a:bodyPr/>
                    <a:lstStyle/>
                    <a:p>
                      <a:pPr marL="0" indent="0" algn="l">
                        <a:buNone/>
                      </a:pPr>
                      <a:r>
                        <a:rPr lang="en-US" sz="1400">
                          <a:solidFill>
                            <a:srgbClr val="35547B"/>
                          </a:solidFill>
                        </a:rPr>
                        <a:t>Attack techniques, account compromise, data exfiltration</a:t>
                      </a:r>
                      <a:endParaRPr lang="en-US" sz="1400"/>
                    </a:p>
                  </a:txBody>
                  <a:tcPr marL="112993" marR="112993" marT="56496" marB="56496" anchor="ctr">
                    <a:lnL w="3810" cap="flat" cmpd="sng" algn="ctr">
                      <a:solidFill>
                        <a:srgbClr val="D9E2EF"/>
                      </a:solidFill>
                      <a:prstDash val="solid"/>
                      <a:round/>
                      <a:headEnd type="none" w="med" len="med"/>
                      <a:tailEnd type="none" w="med" len="med"/>
                    </a:lnL>
                    <a:lnR w="3810" cap="flat" cmpd="sng" algn="ctr">
                      <a:solidFill>
                        <a:srgbClr val="D9E2EF"/>
                      </a:solidFill>
                      <a:prstDash val="solid"/>
                      <a:round/>
                      <a:headEnd type="none" w="med" len="med"/>
                      <a:tailEnd type="none" w="med" len="med"/>
                    </a:lnR>
                    <a:lnT w="3810" cap="flat" cmpd="sng" algn="ctr">
                      <a:solidFill>
                        <a:srgbClr val="D9E2EF"/>
                      </a:solidFill>
                      <a:prstDash val="solid"/>
                      <a:round/>
                      <a:headEnd type="none" w="med" len="med"/>
                      <a:tailEnd type="none" w="med" len="med"/>
                    </a:lnT>
                    <a:lnB w="3810" cap="flat" cmpd="sng" algn="ctr">
                      <a:solidFill>
                        <a:srgbClr val="D9E2EF"/>
                      </a:solidFill>
                      <a:prstDash val="solid"/>
                      <a:round/>
                      <a:headEnd type="none" w="med" len="med"/>
                      <a:tailEnd type="none" w="med" len="med"/>
                    </a:lnB>
                    <a:solidFill>
                      <a:srgbClr val="F6F9FC"/>
                    </a:solidFill>
                  </a:tcPr>
                </a:tc>
                <a:extLst>
                  <a:ext uri="{0D108BD9-81ED-4DB2-BD59-A6C34878D82A}">
                    <a16:rowId xmlns:a16="http://schemas.microsoft.com/office/drawing/2014/main" val="10001"/>
                  </a:ext>
                </a:extLst>
              </a:tr>
              <a:tr h="365345">
                <a:tc>
                  <a:txBody>
                    <a:bodyPr/>
                    <a:lstStyle/>
                    <a:p>
                      <a:pPr marL="0" indent="0" algn="l">
                        <a:buNone/>
                      </a:pPr>
                      <a:r>
                        <a:rPr lang="en-US" sz="1400">
                          <a:solidFill>
                            <a:srgbClr val="1F4E79"/>
                          </a:solidFill>
                        </a:rPr>
                        <a:t>Zero Trust security model</a:t>
                      </a:r>
                      <a:endParaRPr lang="en-US" sz="1400"/>
                    </a:p>
                  </a:txBody>
                  <a:tcPr marL="112993" marR="112993" marT="56496" marB="56496" anchor="ctr">
                    <a:lnL w="3810" cap="flat" cmpd="sng" algn="ctr">
                      <a:solidFill>
                        <a:srgbClr val="D9E2EF"/>
                      </a:solidFill>
                      <a:prstDash val="solid"/>
                      <a:round/>
                      <a:headEnd type="none" w="med" len="med"/>
                      <a:tailEnd type="none" w="med" len="med"/>
                    </a:lnL>
                    <a:lnR w="3810" cap="flat" cmpd="sng" algn="ctr">
                      <a:solidFill>
                        <a:srgbClr val="D9E2EF"/>
                      </a:solidFill>
                      <a:prstDash val="solid"/>
                      <a:round/>
                      <a:headEnd type="none" w="med" len="med"/>
                      <a:tailEnd type="none" w="med" len="med"/>
                    </a:lnR>
                    <a:lnT w="3810" cap="flat" cmpd="sng" algn="ctr">
                      <a:solidFill>
                        <a:srgbClr val="D9E2EF"/>
                      </a:solidFill>
                      <a:prstDash val="solid"/>
                      <a:round/>
                      <a:headEnd type="none" w="med" len="med"/>
                      <a:tailEnd type="none" w="med" len="med"/>
                    </a:lnT>
                    <a:lnB w="3810" cap="flat" cmpd="sng" algn="ctr">
                      <a:solidFill>
                        <a:srgbClr val="D9E2EF"/>
                      </a:solidFill>
                      <a:prstDash val="solid"/>
                      <a:round/>
                      <a:headEnd type="none" w="med" len="med"/>
                      <a:tailEnd type="none" w="med" len="med"/>
                    </a:lnB>
                    <a:solidFill>
                      <a:srgbClr val="FFFFFF"/>
                    </a:solidFill>
                  </a:tcPr>
                </a:tc>
                <a:tc>
                  <a:txBody>
                    <a:bodyPr/>
                    <a:lstStyle/>
                    <a:p>
                      <a:pPr marL="0" indent="0" algn="l">
                        <a:buNone/>
                      </a:pPr>
                      <a:r>
                        <a:rPr lang="en-US" sz="1400">
                          <a:solidFill>
                            <a:srgbClr val="35547B"/>
                          </a:solidFill>
                        </a:rPr>
                        <a:t>Core principles, implementation steps, Microsoft strategy</a:t>
                      </a:r>
                      <a:endParaRPr lang="en-US" sz="1400"/>
                    </a:p>
                  </a:txBody>
                  <a:tcPr marL="112993" marR="112993" marT="56496" marB="56496" anchor="ctr">
                    <a:lnL w="3810" cap="flat" cmpd="sng" algn="ctr">
                      <a:solidFill>
                        <a:srgbClr val="D9E2EF"/>
                      </a:solidFill>
                      <a:prstDash val="solid"/>
                      <a:round/>
                      <a:headEnd type="none" w="med" len="med"/>
                      <a:tailEnd type="none" w="med" len="med"/>
                    </a:lnL>
                    <a:lnR w="3810" cap="flat" cmpd="sng" algn="ctr">
                      <a:solidFill>
                        <a:srgbClr val="D9E2EF"/>
                      </a:solidFill>
                      <a:prstDash val="solid"/>
                      <a:round/>
                      <a:headEnd type="none" w="med" len="med"/>
                      <a:tailEnd type="none" w="med" len="med"/>
                    </a:lnR>
                    <a:lnT w="3810" cap="flat" cmpd="sng" algn="ctr">
                      <a:solidFill>
                        <a:srgbClr val="D9E2EF"/>
                      </a:solidFill>
                      <a:prstDash val="solid"/>
                      <a:round/>
                      <a:headEnd type="none" w="med" len="med"/>
                      <a:tailEnd type="none" w="med" len="med"/>
                    </a:lnT>
                    <a:lnB w="3810" cap="flat" cmpd="sng" algn="ctr">
                      <a:solidFill>
                        <a:srgbClr val="D9E2E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345">
                <a:tc>
                  <a:txBody>
                    <a:bodyPr/>
                    <a:lstStyle/>
                    <a:p>
                      <a:pPr marL="0" indent="0" algn="l">
                        <a:buNone/>
                      </a:pPr>
                      <a:r>
                        <a:rPr lang="en-US" sz="1400">
                          <a:solidFill>
                            <a:srgbClr val="1F4E79"/>
                          </a:solidFill>
                        </a:rPr>
                        <a:t>Secure user access</a:t>
                      </a:r>
                      <a:endParaRPr lang="en-US" sz="1400"/>
                    </a:p>
                  </a:txBody>
                  <a:tcPr marL="112993" marR="112993" marT="56496" marB="56496" anchor="ctr">
                    <a:lnL w="3810" cap="flat" cmpd="sng" algn="ctr">
                      <a:solidFill>
                        <a:srgbClr val="D9E2EF"/>
                      </a:solidFill>
                      <a:prstDash val="solid"/>
                      <a:round/>
                      <a:headEnd type="none" w="med" len="med"/>
                      <a:tailEnd type="none" w="med" len="med"/>
                    </a:lnL>
                    <a:lnR w="3810" cap="flat" cmpd="sng" algn="ctr">
                      <a:solidFill>
                        <a:srgbClr val="D9E2EF"/>
                      </a:solidFill>
                      <a:prstDash val="solid"/>
                      <a:round/>
                      <a:headEnd type="none" w="med" len="med"/>
                      <a:tailEnd type="none" w="med" len="med"/>
                    </a:lnR>
                    <a:lnT w="3810" cap="flat" cmpd="sng" algn="ctr">
                      <a:solidFill>
                        <a:srgbClr val="D9E2EF"/>
                      </a:solidFill>
                      <a:prstDash val="solid"/>
                      <a:round/>
                      <a:headEnd type="none" w="med" len="med"/>
                      <a:tailEnd type="none" w="med" len="med"/>
                    </a:lnT>
                    <a:lnB w="3810" cap="flat" cmpd="sng" algn="ctr">
                      <a:solidFill>
                        <a:srgbClr val="D9E2EF"/>
                      </a:solidFill>
                      <a:prstDash val="solid"/>
                      <a:round/>
                      <a:headEnd type="none" w="med" len="med"/>
                      <a:tailEnd type="none" w="med" len="med"/>
                    </a:lnB>
                    <a:solidFill>
                      <a:srgbClr val="F6F9FC"/>
                    </a:solidFill>
                  </a:tcPr>
                </a:tc>
                <a:tc>
                  <a:txBody>
                    <a:bodyPr/>
                    <a:lstStyle/>
                    <a:p>
                      <a:pPr marL="0" indent="0" algn="l">
                        <a:buNone/>
                      </a:pPr>
                      <a:r>
                        <a:rPr lang="en-US" sz="1400">
                          <a:solidFill>
                            <a:srgbClr val="35547B"/>
                          </a:solidFill>
                        </a:rPr>
                        <a:t>Passwords, Conditional Access, security defaults, MFA</a:t>
                      </a:r>
                      <a:endParaRPr lang="en-US" sz="1400"/>
                    </a:p>
                  </a:txBody>
                  <a:tcPr marL="112993" marR="112993" marT="56496" marB="56496" anchor="ctr">
                    <a:lnL w="3810" cap="flat" cmpd="sng" algn="ctr">
                      <a:solidFill>
                        <a:srgbClr val="D9E2EF"/>
                      </a:solidFill>
                      <a:prstDash val="solid"/>
                      <a:round/>
                      <a:headEnd type="none" w="med" len="med"/>
                      <a:tailEnd type="none" w="med" len="med"/>
                    </a:lnL>
                    <a:lnR w="3810" cap="flat" cmpd="sng" algn="ctr">
                      <a:solidFill>
                        <a:srgbClr val="D9E2EF"/>
                      </a:solidFill>
                      <a:prstDash val="solid"/>
                      <a:round/>
                      <a:headEnd type="none" w="med" len="med"/>
                      <a:tailEnd type="none" w="med" len="med"/>
                    </a:lnR>
                    <a:lnT w="3810" cap="flat" cmpd="sng" algn="ctr">
                      <a:solidFill>
                        <a:srgbClr val="D9E2EF"/>
                      </a:solidFill>
                      <a:prstDash val="solid"/>
                      <a:round/>
                      <a:headEnd type="none" w="med" len="med"/>
                      <a:tailEnd type="none" w="med" len="med"/>
                    </a:lnT>
                    <a:lnB w="3810" cap="flat" cmpd="sng" algn="ctr">
                      <a:solidFill>
                        <a:srgbClr val="D9E2EF"/>
                      </a:solidFill>
                      <a:prstDash val="solid"/>
                      <a:round/>
                      <a:headEnd type="none" w="med" len="med"/>
                      <a:tailEnd type="none" w="med" len="med"/>
                    </a:lnB>
                    <a:solidFill>
                      <a:srgbClr val="F6F9FC"/>
                    </a:solidFill>
                  </a:tcPr>
                </a:tc>
                <a:extLst>
                  <a:ext uri="{0D108BD9-81ED-4DB2-BD59-A6C34878D82A}">
                    <a16:rowId xmlns:a16="http://schemas.microsoft.com/office/drawing/2014/main" val="10003"/>
                  </a:ext>
                </a:extLst>
              </a:tr>
              <a:tr h="572498">
                <a:tc>
                  <a:txBody>
                    <a:bodyPr/>
                    <a:lstStyle/>
                    <a:p>
                      <a:pPr marL="0" indent="0" algn="l">
                        <a:buNone/>
                      </a:pPr>
                      <a:r>
                        <a:rPr lang="en-US" sz="1400">
                          <a:solidFill>
                            <a:srgbClr val="1F4E79"/>
                          </a:solidFill>
                        </a:rPr>
                        <a:t>Defender XDR &amp; other security solutions</a:t>
                      </a:r>
                      <a:endParaRPr lang="en-US" sz="1400"/>
                    </a:p>
                  </a:txBody>
                  <a:tcPr marL="112993" marR="112993" marT="56496" marB="56496" anchor="ctr">
                    <a:lnL w="3810" cap="flat" cmpd="sng" algn="ctr">
                      <a:solidFill>
                        <a:srgbClr val="D9E2EF"/>
                      </a:solidFill>
                      <a:prstDash val="solid"/>
                      <a:round/>
                      <a:headEnd type="none" w="med" len="med"/>
                      <a:tailEnd type="none" w="med" len="med"/>
                    </a:lnL>
                    <a:lnR w="3810" cap="flat" cmpd="sng" algn="ctr">
                      <a:solidFill>
                        <a:srgbClr val="D9E2EF"/>
                      </a:solidFill>
                      <a:prstDash val="solid"/>
                      <a:round/>
                      <a:headEnd type="none" w="med" len="med"/>
                      <a:tailEnd type="none" w="med" len="med"/>
                    </a:lnR>
                    <a:lnT w="3810" cap="flat" cmpd="sng" algn="ctr">
                      <a:solidFill>
                        <a:srgbClr val="D9E2EF"/>
                      </a:solidFill>
                      <a:prstDash val="solid"/>
                      <a:round/>
                      <a:headEnd type="none" w="med" len="med"/>
                      <a:tailEnd type="none" w="med" len="med"/>
                    </a:lnT>
                    <a:lnB w="3810" cap="flat" cmpd="sng" algn="ctr">
                      <a:solidFill>
                        <a:srgbClr val="D9E2EF"/>
                      </a:solidFill>
                      <a:prstDash val="solid"/>
                      <a:round/>
                      <a:headEnd type="none" w="med" len="med"/>
                      <a:tailEnd type="none" w="med" len="med"/>
                    </a:lnB>
                    <a:solidFill>
                      <a:srgbClr val="FFFFFF"/>
                    </a:solidFill>
                  </a:tcPr>
                </a:tc>
                <a:tc>
                  <a:txBody>
                    <a:bodyPr/>
                    <a:lstStyle/>
                    <a:p>
                      <a:pPr marL="0" indent="0" algn="l">
                        <a:buNone/>
                      </a:pPr>
                      <a:r>
                        <a:rPr lang="en-US" sz="1400">
                          <a:solidFill>
                            <a:srgbClr val="35547B"/>
                          </a:solidFill>
                        </a:rPr>
                        <a:t>Defender for Office 365/Identity/Endpoint, Threat Intelligence, Cloud App Security</a:t>
                      </a:r>
                      <a:endParaRPr lang="en-US" sz="1400"/>
                    </a:p>
                  </a:txBody>
                  <a:tcPr marL="112993" marR="112993" marT="56496" marB="56496" anchor="ctr">
                    <a:lnL w="3810" cap="flat" cmpd="sng" algn="ctr">
                      <a:solidFill>
                        <a:srgbClr val="D9E2EF"/>
                      </a:solidFill>
                      <a:prstDash val="solid"/>
                      <a:round/>
                      <a:headEnd type="none" w="med" len="med"/>
                      <a:tailEnd type="none" w="med" len="med"/>
                    </a:lnL>
                    <a:lnR w="3810" cap="flat" cmpd="sng" algn="ctr">
                      <a:solidFill>
                        <a:srgbClr val="D9E2EF"/>
                      </a:solidFill>
                      <a:prstDash val="solid"/>
                      <a:round/>
                      <a:headEnd type="none" w="med" len="med"/>
                      <a:tailEnd type="none" w="med" len="med"/>
                    </a:lnR>
                    <a:lnT w="3810" cap="flat" cmpd="sng" algn="ctr">
                      <a:solidFill>
                        <a:srgbClr val="D9E2EF"/>
                      </a:solidFill>
                      <a:prstDash val="solid"/>
                      <a:round/>
                      <a:headEnd type="none" w="med" len="med"/>
                      <a:tailEnd type="none" w="med" len="med"/>
                    </a:lnT>
                    <a:lnB w="3810" cap="flat" cmpd="sng" algn="ctr">
                      <a:solidFill>
                        <a:srgbClr val="D9E2E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72498">
                <a:tc>
                  <a:txBody>
                    <a:bodyPr/>
                    <a:lstStyle/>
                    <a:p>
                      <a:pPr marL="0" indent="0" algn="l">
                        <a:buNone/>
                      </a:pPr>
                      <a:r>
                        <a:rPr lang="en-US" sz="1400">
                          <a:solidFill>
                            <a:srgbClr val="1F4E79"/>
                          </a:solidFill>
                        </a:rPr>
                        <a:t>Secure Score &amp; PIM</a:t>
                      </a:r>
                      <a:endParaRPr lang="en-US" sz="1400"/>
                    </a:p>
                  </a:txBody>
                  <a:tcPr marL="112993" marR="112993" marT="56496" marB="56496" anchor="ctr">
                    <a:lnL w="3810" cap="flat" cmpd="sng" algn="ctr">
                      <a:solidFill>
                        <a:srgbClr val="D9E2EF"/>
                      </a:solidFill>
                      <a:prstDash val="solid"/>
                      <a:round/>
                      <a:headEnd type="none" w="med" len="med"/>
                      <a:tailEnd type="none" w="med" len="med"/>
                    </a:lnL>
                    <a:lnR w="3810" cap="flat" cmpd="sng" algn="ctr">
                      <a:solidFill>
                        <a:srgbClr val="D9E2EF"/>
                      </a:solidFill>
                      <a:prstDash val="solid"/>
                      <a:round/>
                      <a:headEnd type="none" w="med" len="med"/>
                      <a:tailEnd type="none" w="med" len="med"/>
                    </a:lnR>
                    <a:lnT w="3810" cap="flat" cmpd="sng" algn="ctr">
                      <a:solidFill>
                        <a:srgbClr val="D9E2EF"/>
                      </a:solidFill>
                      <a:prstDash val="solid"/>
                      <a:round/>
                      <a:headEnd type="none" w="med" len="med"/>
                      <a:tailEnd type="none" w="med" len="med"/>
                    </a:lnT>
                    <a:lnB w="3810" cap="flat" cmpd="sng" algn="ctr">
                      <a:solidFill>
                        <a:srgbClr val="D9E2EF"/>
                      </a:solidFill>
                      <a:prstDash val="solid"/>
                      <a:round/>
                      <a:headEnd type="none" w="med" len="med"/>
                      <a:tailEnd type="none" w="med" len="med"/>
                    </a:lnB>
                    <a:solidFill>
                      <a:srgbClr val="F6F9FC"/>
                    </a:solidFill>
                  </a:tcPr>
                </a:tc>
                <a:tc>
                  <a:txBody>
                    <a:bodyPr/>
                    <a:lstStyle/>
                    <a:p>
                      <a:pPr marL="0" indent="0" algn="l">
                        <a:buNone/>
                      </a:pPr>
                      <a:r>
                        <a:rPr lang="en-US" sz="1400">
                          <a:solidFill>
                            <a:srgbClr val="35547B"/>
                          </a:solidFill>
                        </a:rPr>
                        <a:t>Assess security posture, automate actions, role assignment governance</a:t>
                      </a:r>
                      <a:endParaRPr lang="en-US" sz="1400"/>
                    </a:p>
                  </a:txBody>
                  <a:tcPr marL="112993" marR="112993" marT="56496" marB="56496" anchor="ctr">
                    <a:lnL w="3810" cap="flat" cmpd="sng" algn="ctr">
                      <a:solidFill>
                        <a:srgbClr val="D9E2EF"/>
                      </a:solidFill>
                      <a:prstDash val="solid"/>
                      <a:round/>
                      <a:headEnd type="none" w="med" len="med"/>
                      <a:tailEnd type="none" w="med" len="med"/>
                    </a:lnL>
                    <a:lnR w="3810" cap="flat" cmpd="sng" algn="ctr">
                      <a:solidFill>
                        <a:srgbClr val="D9E2EF"/>
                      </a:solidFill>
                      <a:prstDash val="solid"/>
                      <a:round/>
                      <a:headEnd type="none" w="med" len="med"/>
                      <a:tailEnd type="none" w="med" len="med"/>
                    </a:lnR>
                    <a:lnT w="3810" cap="flat" cmpd="sng" algn="ctr">
                      <a:solidFill>
                        <a:srgbClr val="D9E2EF"/>
                      </a:solidFill>
                      <a:prstDash val="solid"/>
                      <a:round/>
                      <a:headEnd type="none" w="med" len="med"/>
                      <a:tailEnd type="none" w="med" len="med"/>
                    </a:lnT>
                    <a:lnB w="3810" cap="flat" cmpd="sng" algn="ctr">
                      <a:solidFill>
                        <a:srgbClr val="D9E2EF"/>
                      </a:solidFill>
                      <a:prstDash val="solid"/>
                      <a:round/>
                      <a:headEnd type="none" w="med" len="med"/>
                      <a:tailEnd type="none" w="med" len="med"/>
                    </a:lnB>
                    <a:solidFill>
                      <a:srgbClr val="F6F9FC"/>
                    </a:solidFill>
                  </a:tcPr>
                </a:tc>
                <a:extLst>
                  <a:ext uri="{0D108BD9-81ED-4DB2-BD59-A6C34878D82A}">
                    <a16:rowId xmlns:a16="http://schemas.microsoft.com/office/drawing/2014/main" val="10005"/>
                  </a:ext>
                </a:extLst>
              </a:tr>
              <a:tr h="572498">
                <a:tc>
                  <a:txBody>
                    <a:bodyPr/>
                    <a:lstStyle/>
                    <a:p>
                      <a:pPr marL="0" indent="0" algn="l">
                        <a:buNone/>
                      </a:pPr>
                      <a:r>
                        <a:rPr lang="en-US" sz="1400">
                          <a:solidFill>
                            <a:srgbClr val="1F4E79"/>
                          </a:solidFill>
                        </a:rPr>
                        <a:t>Identity Protection</a:t>
                      </a:r>
                      <a:endParaRPr lang="en-US" sz="1400"/>
                    </a:p>
                  </a:txBody>
                  <a:tcPr marL="112993" marR="112993" marT="56496" marB="56496" anchor="ctr">
                    <a:lnL w="3810" cap="flat" cmpd="sng" algn="ctr">
                      <a:solidFill>
                        <a:srgbClr val="D9E2EF"/>
                      </a:solidFill>
                      <a:prstDash val="solid"/>
                      <a:round/>
                      <a:headEnd type="none" w="med" len="med"/>
                      <a:tailEnd type="none" w="med" len="med"/>
                    </a:lnL>
                    <a:lnR w="3810" cap="flat" cmpd="sng" algn="ctr">
                      <a:solidFill>
                        <a:srgbClr val="D9E2EF"/>
                      </a:solidFill>
                      <a:prstDash val="solid"/>
                      <a:round/>
                      <a:headEnd type="none" w="med" len="med"/>
                      <a:tailEnd type="none" w="med" len="med"/>
                    </a:lnR>
                    <a:lnT w="3810" cap="flat" cmpd="sng" algn="ctr">
                      <a:solidFill>
                        <a:srgbClr val="D9E2EF"/>
                      </a:solidFill>
                      <a:prstDash val="solid"/>
                      <a:round/>
                      <a:headEnd type="none" w="med" len="med"/>
                      <a:tailEnd type="none" w="med" len="med"/>
                    </a:lnT>
                    <a:lnB w="3810" cap="flat" cmpd="sng" algn="ctr">
                      <a:solidFill>
                        <a:srgbClr val="D9E2EF"/>
                      </a:solidFill>
                      <a:prstDash val="solid"/>
                      <a:round/>
                      <a:headEnd type="none" w="med" len="med"/>
                      <a:tailEnd type="none" w="med" len="med"/>
                    </a:lnB>
                    <a:solidFill>
                      <a:srgbClr val="FFFFFF"/>
                    </a:solidFill>
                  </a:tcPr>
                </a:tc>
                <a:tc>
                  <a:txBody>
                    <a:bodyPr/>
                    <a:lstStyle/>
                    <a:p>
                      <a:pPr marL="0" indent="0" algn="l">
                        <a:buNone/>
                      </a:pPr>
                      <a:r>
                        <a:rPr lang="en-US" sz="1400">
                          <a:solidFill>
                            <a:srgbClr val="35547B"/>
                          </a:solidFill>
                        </a:rPr>
                        <a:t>Enable protection policies, detect vulnerabilities and risk events</a:t>
                      </a:r>
                      <a:endParaRPr lang="en-US" sz="1400"/>
                    </a:p>
                  </a:txBody>
                  <a:tcPr marL="112993" marR="112993" marT="56496" marB="56496" anchor="ctr">
                    <a:lnL w="3810" cap="flat" cmpd="sng" algn="ctr">
                      <a:solidFill>
                        <a:srgbClr val="D9E2EF"/>
                      </a:solidFill>
                      <a:prstDash val="solid"/>
                      <a:round/>
                      <a:headEnd type="none" w="med" len="med"/>
                      <a:tailEnd type="none" w="med" len="med"/>
                    </a:lnL>
                    <a:lnR w="3810" cap="flat" cmpd="sng" algn="ctr">
                      <a:solidFill>
                        <a:srgbClr val="D9E2EF"/>
                      </a:solidFill>
                      <a:prstDash val="solid"/>
                      <a:round/>
                      <a:headEnd type="none" w="med" len="med"/>
                      <a:tailEnd type="none" w="med" len="med"/>
                    </a:lnR>
                    <a:lnT w="3810" cap="flat" cmpd="sng" algn="ctr">
                      <a:solidFill>
                        <a:srgbClr val="D9E2EF"/>
                      </a:solidFill>
                      <a:prstDash val="solid"/>
                      <a:round/>
                      <a:headEnd type="none" w="med" len="med"/>
                      <a:tailEnd type="none" w="med" len="med"/>
                    </a:lnT>
                    <a:lnB w="3810" cap="flat" cmpd="sng" algn="ctr">
                      <a:solidFill>
                        <a:srgbClr val="D9E2EF"/>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457200"/>
            <a:ext cx="8229600" cy="548640"/>
          </a:xfrm>
          <a:prstGeom prst="rect">
            <a:avLst/>
          </a:prstGeom>
          <a:noFill/>
          <a:ln/>
        </p:spPr>
        <p:txBody>
          <a:bodyPr wrap="square" rtlCol="0" anchor="ctr"/>
          <a:lstStyle/>
          <a:p>
            <a:pPr marL="0" indent="0">
              <a:buNone/>
            </a:pPr>
            <a:r>
              <a:rPr lang="en-US" sz="2600" b="1" dirty="0">
                <a:solidFill>
                  <a:srgbClr val="1F4E79"/>
                </a:solidFill>
              </a:rPr>
              <a:t>Summary &amp; Next Steps</a:t>
            </a:r>
            <a:endParaRPr lang="en-US" sz="2600" dirty="0"/>
          </a:p>
        </p:txBody>
      </p:sp>
      <p:sp>
        <p:nvSpPr>
          <p:cNvPr id="3" name="Text 1"/>
          <p:cNvSpPr/>
          <p:nvPr/>
        </p:nvSpPr>
        <p:spPr>
          <a:xfrm>
            <a:off x="548640" y="1188720"/>
            <a:ext cx="5120640" cy="2377440"/>
          </a:xfrm>
          <a:prstGeom prst="rect">
            <a:avLst/>
          </a:prstGeom>
          <a:noFill/>
          <a:ln/>
        </p:spPr>
        <p:txBody>
          <a:bodyPr wrap="square" rtlCol="0" anchor="ctr"/>
          <a:lstStyle/>
          <a:p>
            <a:r>
              <a:rPr lang="en-US" sz="1200" dirty="0">
                <a:solidFill>
                  <a:srgbClr val="35547B"/>
                </a:solidFill>
              </a:rPr>
              <a:t>Recognise and defend against common threat vectors to protect your organisation.
Adopt a Zero Trust mindset and enforce robust access controls (passwords, MFA, Conditional Access).
Leverage Defender XDR, Secure Score and PIM to enhance your security posture.
Implement Identity Protection to detect and remediate risks before they result in breaches.
</a:t>
            </a:r>
            <a:endParaRPr lang="en-US" sz="1200" dirty="0"/>
          </a:p>
        </p:txBody>
      </p:sp>
      <p:sp>
        <p:nvSpPr>
          <p:cNvPr id="4" name="Shape 2"/>
          <p:cNvSpPr/>
          <p:nvPr/>
        </p:nvSpPr>
        <p:spPr>
          <a:xfrm>
            <a:off x="5852160" y="1188720"/>
            <a:ext cx="2926080" cy="1828800"/>
          </a:xfrm>
          <a:prstGeom prst="roundRect">
            <a:avLst>
              <a:gd name="adj" fmla="val 5000"/>
            </a:avLst>
          </a:prstGeom>
          <a:solidFill>
            <a:srgbClr val="E9F2FB"/>
          </a:solidFill>
          <a:ln w="12700">
            <a:solidFill>
              <a:srgbClr val="B3CCE6"/>
            </a:solidFill>
            <a:prstDash val="solid"/>
          </a:ln>
        </p:spPr>
        <p:txBody>
          <a:bodyPr/>
          <a:lstStyle/>
          <a:p>
            <a:endParaRPr/>
          </a:p>
        </p:txBody>
      </p:sp>
      <p:pic>
        <p:nvPicPr>
          <p:cNvPr id="5" name="Image 0" descr="preencoded.png"/>
          <p:cNvPicPr>
            <a:picLocks noChangeAspect="1"/>
          </p:cNvPicPr>
          <p:nvPr/>
        </p:nvPicPr>
        <p:blipFill>
          <a:blip r:embed="rId3"/>
          <a:stretch>
            <a:fillRect/>
          </a:stretch>
        </p:blipFill>
        <p:spPr>
          <a:xfrm>
            <a:off x="6035040" y="1371600"/>
            <a:ext cx="365760" cy="365760"/>
          </a:xfrm>
          <a:prstGeom prst="rect">
            <a:avLst/>
          </a:prstGeom>
        </p:spPr>
      </p:pic>
      <p:sp>
        <p:nvSpPr>
          <p:cNvPr id="6" name="Text 3"/>
          <p:cNvSpPr/>
          <p:nvPr/>
        </p:nvSpPr>
        <p:spPr>
          <a:xfrm>
            <a:off x="6492240" y="1371600"/>
            <a:ext cx="2103120" cy="731520"/>
          </a:xfrm>
          <a:prstGeom prst="rect">
            <a:avLst/>
          </a:prstGeom>
          <a:noFill/>
          <a:ln/>
        </p:spPr>
        <p:txBody>
          <a:bodyPr wrap="square" rtlCol="0" anchor="ctr"/>
          <a:lstStyle/>
          <a:p>
            <a:pPr marL="0" indent="0" algn="l">
              <a:buNone/>
            </a:pPr>
            <a:r>
              <a:rPr lang="en-US" sz="1200" b="1" dirty="0">
                <a:solidFill>
                  <a:srgbClr val="1F4E79"/>
                </a:solidFill>
              </a:rPr>
              <a:t>Proceed to 
</a:t>
            </a:r>
            <a:r>
              <a:rPr lang="en-US" sz="1200" i="1" dirty="0">
                <a:solidFill>
                  <a:srgbClr val="35547B"/>
                </a:solidFill>
              </a:rPr>
              <a:t>“Manage your security services”</a:t>
            </a:r>
            <a:endParaRPr lang="en-US" sz="1200" dirty="0"/>
          </a:p>
        </p:txBody>
      </p:sp>
      <p:sp>
        <p:nvSpPr>
          <p:cNvPr id="7" name="Text 4"/>
          <p:cNvSpPr/>
          <p:nvPr/>
        </p:nvSpPr>
        <p:spPr>
          <a:xfrm>
            <a:off x="6035040" y="2194560"/>
            <a:ext cx="2651760" cy="731520"/>
          </a:xfrm>
          <a:prstGeom prst="rect">
            <a:avLst/>
          </a:prstGeom>
          <a:noFill/>
          <a:ln/>
        </p:spPr>
        <p:txBody>
          <a:bodyPr wrap="square" rtlCol="0" anchor="ctr"/>
          <a:lstStyle/>
          <a:p>
            <a:pPr marL="0" indent="0">
              <a:buNone/>
            </a:pPr>
            <a:r>
              <a:rPr lang="en-US" sz="1000" dirty="0">
                <a:solidFill>
                  <a:srgbClr val="4A6588"/>
                </a:solidFill>
              </a:rPr>
              <a:t>Next, discover how to manage email protection, Safe Attachments and Safe Links in Microsoft Defender XDR.</a:t>
            </a:r>
            <a:endParaRPr lang="en-US" sz="1000" dirty="0"/>
          </a:p>
        </p:txBody>
      </p:sp>
      <p:sp>
        <p:nvSpPr>
          <p:cNvPr id="8" name="Text 5"/>
          <p:cNvSpPr/>
          <p:nvPr/>
        </p:nvSpPr>
        <p:spPr>
          <a:xfrm>
            <a:off x="457200" y="4754880"/>
            <a:ext cx="8229600" cy="274320"/>
          </a:xfrm>
          <a:prstGeom prst="rect">
            <a:avLst/>
          </a:prstGeom>
          <a:noFill/>
          <a:ln/>
        </p:spPr>
        <p:txBody>
          <a:bodyPr wrap="square" lIns="0" tIns="0" rIns="0" bIns="0" rtlCol="0" anchor="ctr"/>
          <a:lstStyle/>
          <a:p>
            <a:pPr marL="0" indent="0" algn="l">
              <a:buNone/>
            </a:pPr>
            <a:r>
              <a:rPr lang="en-US" sz="600" u="sng" dirty="0">
                <a:solidFill>
                  <a:srgbClr val="4472C4"/>
                </a:solidFill>
                <a:hlinkClick r:id="rId4"/>
              </a:rPr>
              <a:t>[13]</a:t>
            </a:r>
            <a:r>
              <a:rPr lang="en-US" sz="600" dirty="0">
                <a:solidFill>
                  <a:srgbClr val="000000"/>
                </a:solidFill>
              </a:rPr>
              <a:t>  </a:t>
            </a:r>
            <a:r>
              <a:rPr lang="en-US" sz="600" u="sng" dirty="0">
                <a:solidFill>
                  <a:srgbClr val="4472C4"/>
                </a:solidFill>
                <a:hlinkClick r:id="rId5"/>
              </a:rPr>
              <a:t>[14]</a:t>
            </a:r>
            <a:r>
              <a:rPr lang="en-US" sz="600" dirty="0">
                <a:solidFill>
                  <a:srgbClr val="000000"/>
                </a:solidFill>
              </a:rPr>
              <a:t>  </a:t>
            </a:r>
            <a:r>
              <a:rPr lang="en-US" sz="600" u="sng" dirty="0">
                <a:solidFill>
                  <a:srgbClr val="4472C4"/>
                </a:solidFill>
                <a:hlinkClick r:id="rId6"/>
              </a:rPr>
              <a:t>[15]</a:t>
            </a:r>
            <a:r>
              <a:rPr lang="en-US" sz="600" dirty="0">
                <a:solidFill>
                  <a:srgbClr val="000000"/>
                </a:solidFill>
              </a:rPr>
              <a:t>  </a:t>
            </a:r>
            <a:r>
              <a:rPr lang="en-US" sz="600" u="sng" dirty="0">
                <a:solidFill>
                  <a:srgbClr val="4472C4"/>
                </a:solidFill>
                <a:hlinkClick r:id="rId7"/>
              </a:rPr>
              <a:t>[16]</a:t>
            </a:r>
            <a:r>
              <a:rPr lang="en-US" sz="600" dirty="0">
                <a:solidFill>
                  <a:srgbClr val="000000"/>
                </a:solidFill>
              </a:rPr>
              <a:t>  </a:t>
            </a:r>
            <a:r>
              <a:rPr lang="en-US" sz="600" u="sng" dirty="0">
                <a:solidFill>
                  <a:srgbClr val="4472C4"/>
                </a:solidFill>
                <a:hlinkClick r:id="rId8"/>
              </a:rPr>
              <a:t>[17]</a:t>
            </a:r>
            <a:r>
              <a:rPr lang="en-US" sz="600" dirty="0">
                <a:solidFill>
                  <a:srgbClr val="000000"/>
                </a:solidFill>
              </a:rPr>
              <a:t>  </a:t>
            </a:r>
            <a:r>
              <a:rPr lang="en-US" sz="600" u="sng" dirty="0">
                <a:solidFill>
                  <a:srgbClr val="4472C4"/>
                </a:solidFill>
                <a:hlinkClick r:id="rId9"/>
              </a:rPr>
              <a:t>[18]</a:t>
            </a:r>
            <a:r>
              <a:rPr lang="en-US" sz="600" dirty="0">
                <a:solidFill>
                  <a:srgbClr val="000000"/>
                </a:solidFill>
              </a:rPr>
              <a:t>  </a:t>
            </a:r>
            <a:r>
              <a:rPr lang="en-US" sz="600" u="sng" dirty="0">
                <a:solidFill>
                  <a:srgbClr val="4472C4"/>
                </a:solidFill>
                <a:hlinkClick r:id="rId10"/>
              </a:rPr>
              <a:t>[19]</a:t>
            </a:r>
            <a:endParaRPr lang="en-US" sz="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330</Words>
  <Application>Microsoft Office PowerPoint</Application>
  <PresentationFormat>Custom</PresentationFormat>
  <Paragraphs>34</Paragraphs>
  <Slides>4</Slides>
  <Notes>4</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4</vt:i4>
      </vt:variant>
    </vt:vector>
  </HeadingPairs>
  <TitlesOfParts>
    <vt:vector size="6" baseType="lpstr">
      <vt:lpstr>Arial</vt:lpstr>
      <vt:lpstr>Office Theme</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Raydo</cp:lastModifiedBy>
  <cp:revision>1</cp:revision>
  <dcterms:created xsi:type="dcterms:W3CDTF">2025-12-18T20:18:12Z</dcterms:created>
  <dcterms:modified xsi:type="dcterms:W3CDTF">2025-12-18T21:05:22Z</dcterms:modified>
</cp:coreProperties>
</file>