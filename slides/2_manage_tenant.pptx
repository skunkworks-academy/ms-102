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8263"/>
  <p:notesSz cx="5148263"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839C48-A4C3-418F-A123-E0ADF1036877}" v="13" dt="2025-12-18T22:26:50.679"/>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2034" autoAdjust="0"/>
  </p:normalViewPr>
  <p:slideViewPr>
    <p:cSldViewPr snapToGrid="0" snapToObjects="1">
      <p:cViewPr varScale="1">
        <p:scale>
          <a:sx n="94" d="100"/>
          <a:sy n="94" d="100"/>
        </p:scale>
        <p:origin x="103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do Matthee" userId="259e028f13680ef9" providerId="LiveId" clId="{6AC1AFA1-16AA-487C-B473-8260DD30DC01}"/>
    <pc:docChg chg="undo custSel modSld">
      <pc:chgData name="Raydo Matthee" userId="259e028f13680ef9" providerId="LiveId" clId="{6AC1AFA1-16AA-487C-B473-8260DD30DC01}" dt="2025-12-18T22:27:02.270" v="108" actId="5793"/>
      <pc:docMkLst>
        <pc:docMk/>
      </pc:docMkLst>
      <pc:sldChg chg="addSp delSp modSp mod setBg delDesignElem">
        <pc:chgData name="Raydo Matthee" userId="259e028f13680ef9" providerId="LiveId" clId="{6AC1AFA1-16AA-487C-B473-8260DD30DC01}" dt="2025-12-18T22:27:02.270" v="108" actId="5793"/>
        <pc:sldMkLst>
          <pc:docMk/>
          <pc:sldMk cId="0" sldId="256"/>
        </pc:sldMkLst>
        <pc:spChg chg="mod">
          <ac:chgData name="Raydo Matthee" userId="259e028f13680ef9" providerId="LiveId" clId="{6AC1AFA1-16AA-487C-B473-8260DD30DC01}" dt="2025-12-18T20:12:50.520" v="0" actId="26606"/>
          <ac:spMkLst>
            <pc:docMk/>
            <pc:sldMk cId="0" sldId="256"/>
            <ac:spMk id="2" creationId="{00000000-0000-0000-0000-000000000000}"/>
          </ac:spMkLst>
        </pc:spChg>
        <pc:spChg chg="mod">
          <ac:chgData name="Raydo Matthee" userId="259e028f13680ef9" providerId="LiveId" clId="{6AC1AFA1-16AA-487C-B473-8260DD30DC01}" dt="2025-12-18T22:27:02.270" v="108" actId="5793"/>
          <ac:spMkLst>
            <pc:docMk/>
            <pc:sldMk cId="0" sldId="256"/>
            <ac:spMk id="3" creationId="{00000000-0000-0000-0000-000000000000}"/>
          </ac:spMkLst>
        </pc:spChg>
        <pc:spChg chg="mod">
          <ac:chgData name="Raydo Matthee" userId="259e028f13680ef9" providerId="LiveId" clId="{6AC1AFA1-16AA-487C-B473-8260DD30DC01}" dt="2025-12-18T20:12:50.520" v="0" actId="26606"/>
          <ac:spMkLst>
            <pc:docMk/>
            <pc:sldMk cId="0" sldId="256"/>
            <ac:spMk id="5" creationId="{00000000-0000-0000-0000-000000000000}"/>
          </ac:spMkLst>
        </pc:spChg>
        <pc:spChg chg="add del">
          <ac:chgData name="Raydo Matthee" userId="259e028f13680ef9" providerId="LiveId" clId="{6AC1AFA1-16AA-487C-B473-8260DD30DC01}" dt="2025-12-18T20:39:46.041" v="39"/>
          <ac:spMkLst>
            <pc:docMk/>
            <pc:sldMk cId="0" sldId="256"/>
            <ac:spMk id="10" creationId="{D1A4588A-55D5-49B8-BE41-54ACDCFF2C17}"/>
          </ac:spMkLst>
        </pc:spChg>
        <pc:spChg chg="add del">
          <ac:chgData name="Raydo Matthee" userId="259e028f13680ef9" providerId="LiveId" clId="{6AC1AFA1-16AA-487C-B473-8260DD30DC01}" dt="2025-12-18T20:39:46.041" v="39"/>
          <ac:spMkLst>
            <pc:docMk/>
            <pc:sldMk cId="0" sldId="256"/>
            <ac:spMk id="12" creationId="{F97E7EA2-EDCD-47E9-81BC-415C606D1B58}"/>
          </ac:spMkLst>
        </pc:spChg>
        <pc:picChg chg="mod ord">
          <ac:chgData name="Raydo Matthee" userId="259e028f13680ef9" providerId="LiveId" clId="{6AC1AFA1-16AA-487C-B473-8260DD30DC01}" dt="2025-12-18T20:12:50.520" v="0" actId="26606"/>
          <ac:picMkLst>
            <pc:docMk/>
            <pc:sldMk cId="0" sldId="256"/>
            <ac:picMk id="4" creationId="{00000000-0000-0000-0000-000000000000}"/>
          </ac:picMkLst>
        </pc:picChg>
      </pc:sldChg>
      <pc:sldChg chg="addSp delSp modSp mod setBg">
        <pc:chgData name="Raydo Matthee" userId="259e028f13680ef9" providerId="LiveId" clId="{6AC1AFA1-16AA-487C-B473-8260DD30DC01}" dt="2025-12-18T20:56:53.160" v="105" actId="12"/>
        <pc:sldMkLst>
          <pc:docMk/>
          <pc:sldMk cId="0" sldId="257"/>
        </pc:sldMkLst>
        <pc:spChg chg="mod">
          <ac:chgData name="Raydo Matthee" userId="259e028f13680ef9" providerId="LiveId" clId="{6AC1AFA1-16AA-487C-B473-8260DD30DC01}" dt="2025-12-18T20:40:53.604" v="59" actId="26606"/>
          <ac:spMkLst>
            <pc:docMk/>
            <pc:sldMk cId="0" sldId="257"/>
            <ac:spMk id="2" creationId="{00000000-0000-0000-0000-000000000000}"/>
          </ac:spMkLst>
        </pc:spChg>
        <pc:spChg chg="del mod">
          <ac:chgData name="Raydo Matthee" userId="259e028f13680ef9" providerId="LiveId" clId="{6AC1AFA1-16AA-487C-B473-8260DD30DC01}" dt="2025-12-18T20:35:02.990" v="27" actId="478"/>
          <ac:spMkLst>
            <pc:docMk/>
            <pc:sldMk cId="0" sldId="257"/>
            <ac:spMk id="3" creationId="{00000000-0000-0000-0000-000000000000}"/>
          </ac:spMkLst>
        </pc:spChg>
        <pc:spChg chg="mod">
          <ac:chgData name="Raydo Matthee" userId="259e028f13680ef9" providerId="LiveId" clId="{6AC1AFA1-16AA-487C-B473-8260DD30DC01}" dt="2025-12-18T20:56:53.160" v="105" actId="12"/>
          <ac:spMkLst>
            <pc:docMk/>
            <pc:sldMk cId="0" sldId="257"/>
            <ac:spMk id="4" creationId="{00000000-0000-0000-0000-000000000000}"/>
          </ac:spMkLst>
        </pc:spChg>
        <pc:spChg chg="del mod">
          <ac:chgData name="Raydo Matthee" userId="259e028f13680ef9" providerId="LiveId" clId="{6AC1AFA1-16AA-487C-B473-8260DD30DC01}" dt="2025-12-18T20:35:03.824" v="28" actId="478"/>
          <ac:spMkLst>
            <pc:docMk/>
            <pc:sldMk cId="0" sldId="257"/>
            <ac:spMk id="5" creationId="{00000000-0000-0000-0000-000000000000}"/>
          </ac:spMkLst>
        </pc:spChg>
        <pc:spChg chg="del mod">
          <ac:chgData name="Raydo Matthee" userId="259e028f13680ef9" providerId="LiveId" clId="{6AC1AFA1-16AA-487C-B473-8260DD30DC01}" dt="2025-12-18T20:40:40.174" v="57" actId="478"/>
          <ac:spMkLst>
            <pc:docMk/>
            <pc:sldMk cId="0" sldId="257"/>
            <ac:spMk id="6" creationId="{00000000-0000-0000-0000-000000000000}"/>
          </ac:spMkLst>
        </pc:spChg>
        <pc:spChg chg="del mod">
          <ac:chgData name="Raydo Matthee" userId="259e028f13680ef9" providerId="LiveId" clId="{6AC1AFA1-16AA-487C-B473-8260DD30DC01}" dt="2025-12-18T20:35:04.399" v="29" actId="478"/>
          <ac:spMkLst>
            <pc:docMk/>
            <pc:sldMk cId="0" sldId="257"/>
            <ac:spMk id="7" creationId="{00000000-0000-0000-0000-000000000000}"/>
          </ac:spMkLst>
        </pc:spChg>
        <pc:spChg chg="add del mod">
          <ac:chgData name="Raydo Matthee" userId="259e028f13680ef9" providerId="LiveId" clId="{6AC1AFA1-16AA-487C-B473-8260DD30DC01}" dt="2025-12-18T20:40:36.725" v="55" actId="478"/>
          <ac:spMkLst>
            <pc:docMk/>
            <pc:sldMk cId="0" sldId="257"/>
            <ac:spMk id="8" creationId="{00000000-0000-0000-0000-000000000000}"/>
          </ac:spMkLst>
        </pc:spChg>
        <pc:spChg chg="del mod">
          <ac:chgData name="Raydo Matthee" userId="259e028f13680ef9" providerId="LiveId" clId="{6AC1AFA1-16AA-487C-B473-8260DD30DC01}" dt="2025-12-18T20:35:04.805" v="30" actId="478"/>
          <ac:spMkLst>
            <pc:docMk/>
            <pc:sldMk cId="0" sldId="257"/>
            <ac:spMk id="9" creationId="{00000000-0000-0000-0000-000000000000}"/>
          </ac:spMkLst>
        </pc:spChg>
        <pc:spChg chg="del mod">
          <ac:chgData name="Raydo Matthee" userId="259e028f13680ef9" providerId="LiveId" clId="{6AC1AFA1-16AA-487C-B473-8260DD30DC01}" dt="2025-12-18T20:40:38.202" v="56" actId="478"/>
          <ac:spMkLst>
            <pc:docMk/>
            <pc:sldMk cId="0" sldId="257"/>
            <ac:spMk id="10" creationId="{00000000-0000-0000-0000-000000000000}"/>
          </ac:spMkLst>
        </pc:spChg>
        <pc:spChg chg="add del mod">
          <ac:chgData name="Raydo Matthee" userId="259e028f13680ef9" providerId="LiveId" clId="{6AC1AFA1-16AA-487C-B473-8260DD30DC01}" dt="2025-12-18T20:40:53.604" v="59" actId="26606"/>
          <ac:spMkLst>
            <pc:docMk/>
            <pc:sldMk cId="0" sldId="257"/>
            <ac:spMk id="11" creationId="{00000000-0000-0000-0000-000000000000}"/>
          </ac:spMkLst>
        </pc:spChg>
        <pc:spChg chg="add">
          <ac:chgData name="Raydo Matthee" userId="259e028f13680ef9" providerId="LiveId" clId="{6AC1AFA1-16AA-487C-B473-8260DD30DC01}" dt="2025-12-18T20:40:53.604" v="59" actId="26606"/>
          <ac:spMkLst>
            <pc:docMk/>
            <pc:sldMk cId="0" sldId="257"/>
            <ac:spMk id="16" creationId="{09588DA8-065E-4F6F-8EFD-43104AB2E0CF}"/>
          </ac:spMkLst>
        </pc:spChg>
        <pc:spChg chg="add">
          <ac:chgData name="Raydo Matthee" userId="259e028f13680ef9" providerId="LiveId" clId="{6AC1AFA1-16AA-487C-B473-8260DD30DC01}" dt="2025-12-18T20:40:53.604" v="59" actId="26606"/>
          <ac:spMkLst>
            <pc:docMk/>
            <pc:sldMk cId="0" sldId="257"/>
            <ac:spMk id="18" creationId="{C4285719-470E-454C-AF62-8323075F1F5B}"/>
          </ac:spMkLst>
        </pc:spChg>
        <pc:spChg chg="add">
          <ac:chgData name="Raydo Matthee" userId="259e028f13680ef9" providerId="LiveId" clId="{6AC1AFA1-16AA-487C-B473-8260DD30DC01}" dt="2025-12-18T20:40:53.604" v="59" actId="26606"/>
          <ac:spMkLst>
            <pc:docMk/>
            <pc:sldMk cId="0" sldId="257"/>
            <ac:spMk id="20" creationId="{CD9FE4EF-C4D8-49A0-B2FF-81D8DB7D8A24}"/>
          </ac:spMkLst>
        </pc:spChg>
        <pc:spChg chg="add">
          <ac:chgData name="Raydo Matthee" userId="259e028f13680ef9" providerId="LiveId" clId="{6AC1AFA1-16AA-487C-B473-8260DD30DC01}" dt="2025-12-18T20:40:53.604" v="59" actId="26606"/>
          <ac:spMkLst>
            <pc:docMk/>
            <pc:sldMk cId="0" sldId="257"/>
            <ac:spMk id="22" creationId="{4300840D-0A0B-4512-BACA-B439D5B9C57C}"/>
          </ac:spMkLst>
        </pc:spChg>
        <pc:spChg chg="add">
          <ac:chgData name="Raydo Matthee" userId="259e028f13680ef9" providerId="LiveId" clId="{6AC1AFA1-16AA-487C-B473-8260DD30DC01}" dt="2025-12-18T20:40:53.604" v="59" actId="26606"/>
          <ac:spMkLst>
            <pc:docMk/>
            <pc:sldMk cId="0" sldId="257"/>
            <ac:spMk id="24" creationId="{D2B78728-A580-49A7-84F9-6EF6F583ADE0}"/>
          </ac:spMkLst>
        </pc:spChg>
        <pc:spChg chg="add">
          <ac:chgData name="Raydo Matthee" userId="259e028f13680ef9" providerId="LiveId" clId="{6AC1AFA1-16AA-487C-B473-8260DD30DC01}" dt="2025-12-18T20:40:53.604" v="59" actId="26606"/>
          <ac:spMkLst>
            <pc:docMk/>
            <pc:sldMk cId="0" sldId="257"/>
            <ac:spMk id="26" creationId="{38FAA1A1-D861-433F-88FA-1E9D6FD31D11}"/>
          </ac:spMkLst>
        </pc:spChg>
        <pc:spChg chg="add">
          <ac:chgData name="Raydo Matthee" userId="259e028f13680ef9" providerId="LiveId" clId="{6AC1AFA1-16AA-487C-B473-8260DD30DC01}" dt="2025-12-18T20:40:53.604" v="59" actId="26606"/>
          <ac:spMkLst>
            <pc:docMk/>
            <pc:sldMk cId="0" sldId="257"/>
            <ac:spMk id="28" creationId="{8D71EDA1-87BF-4D5D-AB79-F346FD19278A}"/>
          </ac:spMkLst>
        </pc:spChg>
      </pc:sldChg>
      <pc:sldChg chg="addSp delSp modSp mod setBg delDesignElem modNotesTx">
        <pc:chgData name="Raydo Matthee" userId="259e028f13680ef9" providerId="LiveId" clId="{6AC1AFA1-16AA-487C-B473-8260DD30DC01}" dt="2025-12-18T22:24:08.525" v="107" actId="6549"/>
        <pc:sldMkLst>
          <pc:docMk/>
          <pc:sldMk cId="0" sldId="258"/>
        </pc:sldMkLst>
        <pc:spChg chg="mod">
          <ac:chgData name="Raydo Matthee" userId="259e028f13680ef9" providerId="LiveId" clId="{6AC1AFA1-16AA-487C-B473-8260DD30DC01}" dt="2025-12-18T20:13:16.901" v="3" actId="26606"/>
          <ac:spMkLst>
            <pc:docMk/>
            <pc:sldMk cId="0" sldId="258"/>
            <ac:spMk id="2" creationId="{00000000-0000-0000-0000-000000000000}"/>
          </ac:spMkLst>
        </pc:spChg>
        <pc:spChg chg="mod">
          <ac:chgData name="Raydo Matthee" userId="259e028f13680ef9" providerId="LiveId" clId="{6AC1AFA1-16AA-487C-B473-8260DD30DC01}" dt="2025-12-18T20:13:16.901" v="3" actId="26606"/>
          <ac:spMkLst>
            <pc:docMk/>
            <pc:sldMk cId="0" sldId="258"/>
            <ac:spMk id="3" creationId="{00000000-0000-0000-0000-000000000000}"/>
          </ac:spMkLst>
        </pc:spChg>
        <pc:spChg chg="add del">
          <ac:chgData name="Raydo Matthee" userId="259e028f13680ef9" providerId="LiveId" clId="{6AC1AFA1-16AA-487C-B473-8260DD30DC01}" dt="2025-12-18T20:39:46.041" v="39"/>
          <ac:spMkLst>
            <pc:docMk/>
            <pc:sldMk cId="0" sldId="258"/>
            <ac:spMk id="9" creationId="{A8384FB5-9ADC-4DDC-881B-597D56F5B15D}"/>
          </ac:spMkLst>
        </pc:spChg>
        <pc:spChg chg="add del">
          <ac:chgData name="Raydo Matthee" userId="259e028f13680ef9" providerId="LiveId" clId="{6AC1AFA1-16AA-487C-B473-8260DD30DC01}" dt="2025-12-18T20:39:46.041" v="39"/>
          <ac:spMkLst>
            <pc:docMk/>
            <pc:sldMk cId="0" sldId="258"/>
            <ac:spMk id="11" creationId="{1199E1B1-A8C0-4FE8-A5A8-1CB41D69F857}"/>
          </ac:spMkLst>
        </pc:spChg>
        <pc:spChg chg="add del">
          <ac:chgData name="Raydo Matthee" userId="259e028f13680ef9" providerId="LiveId" clId="{6AC1AFA1-16AA-487C-B473-8260DD30DC01}" dt="2025-12-18T20:39:46.041" v="39"/>
          <ac:spMkLst>
            <pc:docMk/>
            <pc:sldMk cId="0" sldId="258"/>
            <ac:spMk id="13" creationId="{84A8DE83-DE75-4B41-9DB4-A7EC0B0DEC0B}"/>
          </ac:spMkLst>
        </pc:spChg>
        <pc:spChg chg="add del">
          <ac:chgData name="Raydo Matthee" userId="259e028f13680ef9" providerId="LiveId" clId="{6AC1AFA1-16AA-487C-B473-8260DD30DC01}" dt="2025-12-18T20:39:46.041" v="39"/>
          <ac:spMkLst>
            <pc:docMk/>
            <pc:sldMk cId="0" sldId="258"/>
            <ac:spMk id="15" creationId="{A7009A0A-BEF5-4EAC-AF15-E4F9F002E239}"/>
          </ac:spMkLst>
        </pc:spChg>
        <pc:graphicFrameChg chg="add mod ord">
          <ac:chgData name="Raydo Matthee" userId="259e028f13680ef9" providerId="LiveId" clId="{6AC1AFA1-16AA-487C-B473-8260DD30DC01}" dt="2025-12-18T20:13:16.901" v="3" actId="26606"/>
          <ac:graphicFrameMkLst>
            <pc:docMk/>
            <pc:sldMk cId="0" sldId="258"/>
            <ac:graphicFrameMk id="4" creationId="{00000000-0000-0000-0000-000000000000}"/>
          </ac:graphicFrameMkLst>
        </pc:graphicFrameChg>
      </pc:sldChg>
      <pc:sldChg chg="addSp delSp modSp mod setBg delDesignElem">
        <pc:chgData name="Raydo Matthee" userId="259e028f13680ef9" providerId="LiveId" clId="{6AC1AFA1-16AA-487C-B473-8260DD30DC01}" dt="2025-12-18T20:56:33.595" v="97" actId="404"/>
        <pc:sldMkLst>
          <pc:docMk/>
          <pc:sldMk cId="0" sldId="259"/>
        </pc:sldMkLst>
        <pc:spChg chg="mod">
          <ac:chgData name="Raydo Matthee" userId="259e028f13680ef9" providerId="LiveId" clId="{6AC1AFA1-16AA-487C-B473-8260DD30DC01}" dt="2025-12-18T20:42:49.353" v="86" actId="26606"/>
          <ac:spMkLst>
            <pc:docMk/>
            <pc:sldMk cId="0" sldId="259"/>
            <ac:spMk id="2" creationId="{00000000-0000-0000-0000-000000000000}"/>
          </ac:spMkLst>
        </pc:spChg>
        <pc:spChg chg="mod">
          <ac:chgData name="Raydo Matthee" userId="259e028f13680ef9" providerId="LiveId" clId="{6AC1AFA1-16AA-487C-B473-8260DD30DC01}" dt="2025-12-18T20:42:56.398" v="89" actId="14100"/>
          <ac:spMkLst>
            <pc:docMk/>
            <pc:sldMk cId="0" sldId="259"/>
            <ac:spMk id="3" creationId="{00000000-0000-0000-0000-000000000000}"/>
          </ac:spMkLst>
        </pc:spChg>
        <pc:spChg chg="del">
          <ac:chgData name="Raydo Matthee" userId="259e028f13680ef9" providerId="LiveId" clId="{6AC1AFA1-16AA-487C-B473-8260DD30DC01}" dt="2025-12-18T20:13:35.150" v="5" actId="478"/>
          <ac:spMkLst>
            <pc:docMk/>
            <pc:sldMk cId="0" sldId="259"/>
            <ac:spMk id="4" creationId="{00000000-0000-0000-0000-000000000000}"/>
          </ac:spMkLst>
        </pc:spChg>
        <pc:spChg chg="add mod">
          <ac:chgData name="Raydo Matthee" userId="259e028f13680ef9" providerId="LiveId" clId="{6AC1AFA1-16AA-487C-B473-8260DD30DC01}" dt="2025-12-18T20:56:33.595" v="97" actId="404"/>
          <ac:spMkLst>
            <pc:docMk/>
            <pc:sldMk cId="0" sldId="259"/>
            <ac:spMk id="5" creationId="{329A5887-27F1-847D-8FF8-B6D0B8C539FB}"/>
          </ac:spMkLst>
        </pc:spChg>
        <pc:spChg chg="mod">
          <ac:chgData name="Raydo Matthee" userId="259e028f13680ef9" providerId="LiveId" clId="{6AC1AFA1-16AA-487C-B473-8260DD30DC01}" dt="2025-12-18T20:43:09.358" v="93" actId="1076"/>
          <ac:spMkLst>
            <pc:docMk/>
            <pc:sldMk cId="0" sldId="259"/>
            <ac:spMk id="6" creationId="{00000000-0000-0000-0000-000000000000}"/>
          </ac:spMkLst>
        </pc:spChg>
        <pc:spChg chg="del mod">
          <ac:chgData name="Raydo Matthee" userId="259e028f13680ef9" providerId="LiveId" clId="{6AC1AFA1-16AA-487C-B473-8260DD30DC01}" dt="2025-12-18T20:41:58.353" v="71" actId="478"/>
          <ac:spMkLst>
            <pc:docMk/>
            <pc:sldMk cId="0" sldId="259"/>
            <ac:spMk id="7" creationId="{00000000-0000-0000-0000-000000000000}"/>
          </ac:spMkLst>
        </pc:spChg>
        <pc:spChg chg="mod ord">
          <ac:chgData name="Raydo Matthee" userId="259e028f13680ef9" providerId="LiveId" clId="{6AC1AFA1-16AA-487C-B473-8260DD30DC01}" dt="2025-12-18T20:14:27.346" v="13" actId="26606"/>
          <ac:spMkLst>
            <pc:docMk/>
            <pc:sldMk cId="0" sldId="259"/>
            <ac:spMk id="8" creationId="{00000000-0000-0000-0000-000000000000}"/>
          </ac:spMkLst>
        </pc:spChg>
        <pc:spChg chg="add del">
          <ac:chgData name="Raydo Matthee" userId="259e028f13680ef9" providerId="LiveId" clId="{6AC1AFA1-16AA-487C-B473-8260DD30DC01}" dt="2025-12-18T20:14:24.438" v="10" actId="26606"/>
          <ac:spMkLst>
            <pc:docMk/>
            <pc:sldMk cId="0" sldId="259"/>
            <ac:spMk id="13" creationId="{1B15ED52-F352-441B-82BF-E0EA34836D08}"/>
          </ac:spMkLst>
        </pc:spChg>
        <pc:spChg chg="add del">
          <ac:chgData name="Raydo Matthee" userId="259e028f13680ef9" providerId="LiveId" clId="{6AC1AFA1-16AA-487C-B473-8260DD30DC01}" dt="2025-12-18T20:14:24.438" v="10" actId="26606"/>
          <ac:spMkLst>
            <pc:docMk/>
            <pc:sldMk cId="0" sldId="259"/>
            <ac:spMk id="15" creationId="{3B2E3793-BFE6-45A2-9B7B-E18844431C99}"/>
          </ac:spMkLst>
        </pc:spChg>
        <pc:spChg chg="add del">
          <ac:chgData name="Raydo Matthee" userId="259e028f13680ef9" providerId="LiveId" clId="{6AC1AFA1-16AA-487C-B473-8260DD30DC01}" dt="2025-12-18T20:14:24.438" v="10" actId="26606"/>
          <ac:spMkLst>
            <pc:docMk/>
            <pc:sldMk cId="0" sldId="259"/>
            <ac:spMk id="17" creationId="{BC4C4868-CB8F-4AF9-9CDB-8108F2C19B67}"/>
          </ac:spMkLst>
        </pc:spChg>
        <pc:spChg chg="add del">
          <ac:chgData name="Raydo Matthee" userId="259e028f13680ef9" providerId="LiveId" clId="{6AC1AFA1-16AA-487C-B473-8260DD30DC01}" dt="2025-12-18T20:14:24.438" v="10" actId="26606"/>
          <ac:spMkLst>
            <pc:docMk/>
            <pc:sldMk cId="0" sldId="259"/>
            <ac:spMk id="19" creationId="{375E0459-6403-40CD-989D-56A4407CA12E}"/>
          </ac:spMkLst>
        </pc:spChg>
        <pc:spChg chg="add del">
          <ac:chgData name="Raydo Matthee" userId="259e028f13680ef9" providerId="LiveId" clId="{6AC1AFA1-16AA-487C-B473-8260DD30DC01}" dt="2025-12-18T20:14:24.438" v="10" actId="26606"/>
          <ac:spMkLst>
            <pc:docMk/>
            <pc:sldMk cId="0" sldId="259"/>
            <ac:spMk id="21" creationId="{53E5B1A8-3AC9-4BD1-9BBC-78CA94F2D1BA}"/>
          </ac:spMkLst>
        </pc:spChg>
        <pc:spChg chg="add del">
          <ac:chgData name="Raydo Matthee" userId="259e028f13680ef9" providerId="LiveId" clId="{6AC1AFA1-16AA-487C-B473-8260DD30DC01}" dt="2025-12-18T20:14:24.438" v="10" actId="26606"/>
          <ac:spMkLst>
            <pc:docMk/>
            <pc:sldMk cId="0" sldId="259"/>
            <ac:spMk id="23" creationId="{B3FA1AAC-C1ED-4F77-BFA4-BE80FC0AC795}"/>
          </ac:spMkLst>
        </pc:spChg>
        <pc:spChg chg="add del">
          <ac:chgData name="Raydo Matthee" userId="259e028f13680ef9" providerId="LiveId" clId="{6AC1AFA1-16AA-487C-B473-8260DD30DC01}" dt="2025-12-18T20:14:27.326" v="12" actId="26606"/>
          <ac:spMkLst>
            <pc:docMk/>
            <pc:sldMk cId="0" sldId="259"/>
            <ac:spMk id="25" creationId="{979E27D9-03C7-44E2-9FF8-15D0C8506AF7}"/>
          </ac:spMkLst>
        </pc:spChg>
        <pc:spChg chg="add del">
          <ac:chgData name="Raydo Matthee" userId="259e028f13680ef9" providerId="LiveId" clId="{6AC1AFA1-16AA-487C-B473-8260DD30DC01}" dt="2025-12-18T20:14:27.326" v="12" actId="26606"/>
          <ac:spMkLst>
            <pc:docMk/>
            <pc:sldMk cId="0" sldId="259"/>
            <ac:spMk id="26" creationId="{EEBF1590-3B36-48EE-A89D-3B6F3CB256AB}"/>
          </ac:spMkLst>
        </pc:spChg>
        <pc:spChg chg="add del">
          <ac:chgData name="Raydo Matthee" userId="259e028f13680ef9" providerId="LiveId" clId="{6AC1AFA1-16AA-487C-B473-8260DD30DC01}" dt="2025-12-18T20:14:27.326" v="12" actId="26606"/>
          <ac:spMkLst>
            <pc:docMk/>
            <pc:sldMk cId="0" sldId="259"/>
            <ac:spMk id="27" creationId="{AC8F6C8C-AB5A-4548-942D-E3FD40ACBC49}"/>
          </ac:spMkLst>
        </pc:spChg>
        <pc:spChg chg="add del">
          <ac:chgData name="Raydo Matthee" userId="259e028f13680ef9" providerId="LiveId" clId="{6AC1AFA1-16AA-487C-B473-8260DD30DC01}" dt="2025-12-18T20:42:22.700" v="80" actId="26606"/>
          <ac:spMkLst>
            <pc:docMk/>
            <pc:sldMk cId="0" sldId="259"/>
            <ac:spMk id="29" creationId="{1B15ED52-F352-441B-82BF-E0EA34836D08}"/>
          </ac:spMkLst>
        </pc:spChg>
        <pc:spChg chg="add del">
          <ac:chgData name="Raydo Matthee" userId="259e028f13680ef9" providerId="LiveId" clId="{6AC1AFA1-16AA-487C-B473-8260DD30DC01}" dt="2025-12-18T20:42:22.700" v="80" actId="26606"/>
          <ac:spMkLst>
            <pc:docMk/>
            <pc:sldMk cId="0" sldId="259"/>
            <ac:spMk id="30" creationId="{3B2E3793-BFE6-45A2-9B7B-E18844431C99}"/>
          </ac:spMkLst>
        </pc:spChg>
        <pc:spChg chg="add del">
          <ac:chgData name="Raydo Matthee" userId="259e028f13680ef9" providerId="LiveId" clId="{6AC1AFA1-16AA-487C-B473-8260DD30DC01}" dt="2025-12-18T20:42:22.700" v="80" actId="26606"/>
          <ac:spMkLst>
            <pc:docMk/>
            <pc:sldMk cId="0" sldId="259"/>
            <ac:spMk id="31" creationId="{BC4C4868-CB8F-4AF9-9CDB-8108F2C19B67}"/>
          </ac:spMkLst>
        </pc:spChg>
        <pc:spChg chg="add del">
          <ac:chgData name="Raydo Matthee" userId="259e028f13680ef9" providerId="LiveId" clId="{6AC1AFA1-16AA-487C-B473-8260DD30DC01}" dt="2025-12-18T20:42:22.700" v="80" actId="26606"/>
          <ac:spMkLst>
            <pc:docMk/>
            <pc:sldMk cId="0" sldId="259"/>
            <ac:spMk id="32" creationId="{375E0459-6403-40CD-989D-56A4407CA12E}"/>
          </ac:spMkLst>
        </pc:spChg>
        <pc:spChg chg="add del">
          <ac:chgData name="Raydo Matthee" userId="259e028f13680ef9" providerId="LiveId" clId="{6AC1AFA1-16AA-487C-B473-8260DD30DC01}" dt="2025-12-18T20:42:22.700" v="80" actId="26606"/>
          <ac:spMkLst>
            <pc:docMk/>
            <pc:sldMk cId="0" sldId="259"/>
            <ac:spMk id="33" creationId="{53E5B1A8-3AC9-4BD1-9BBC-78CA94F2D1BA}"/>
          </ac:spMkLst>
        </pc:spChg>
        <pc:spChg chg="add">
          <ac:chgData name="Raydo Matthee" userId="259e028f13680ef9" providerId="LiveId" clId="{6AC1AFA1-16AA-487C-B473-8260DD30DC01}" dt="2025-12-18T20:42:22.700" v="80" actId="26606"/>
          <ac:spMkLst>
            <pc:docMk/>
            <pc:sldMk cId="0" sldId="259"/>
            <ac:spMk id="38" creationId="{1B15ED52-F352-441B-82BF-E0EA34836D08}"/>
          </ac:spMkLst>
        </pc:spChg>
        <pc:spChg chg="add">
          <ac:chgData name="Raydo Matthee" userId="259e028f13680ef9" providerId="LiveId" clId="{6AC1AFA1-16AA-487C-B473-8260DD30DC01}" dt="2025-12-18T20:42:22.700" v="80" actId="26606"/>
          <ac:spMkLst>
            <pc:docMk/>
            <pc:sldMk cId="0" sldId="259"/>
            <ac:spMk id="40" creationId="{3B2E3793-BFE6-45A2-9B7B-E18844431C99}"/>
          </ac:spMkLst>
        </pc:spChg>
        <pc:spChg chg="add">
          <ac:chgData name="Raydo Matthee" userId="259e028f13680ef9" providerId="LiveId" clId="{6AC1AFA1-16AA-487C-B473-8260DD30DC01}" dt="2025-12-18T20:42:22.700" v="80" actId="26606"/>
          <ac:spMkLst>
            <pc:docMk/>
            <pc:sldMk cId="0" sldId="259"/>
            <ac:spMk id="42" creationId="{BC4C4868-CB8F-4AF9-9CDB-8108F2C19B67}"/>
          </ac:spMkLst>
        </pc:spChg>
        <pc:spChg chg="add del">
          <ac:chgData name="Raydo Matthee" userId="259e028f13680ef9" providerId="LiveId" clId="{6AC1AFA1-16AA-487C-B473-8260DD30DC01}" dt="2025-12-18T20:42:41.833" v="85" actId="26606"/>
          <ac:spMkLst>
            <pc:docMk/>
            <pc:sldMk cId="0" sldId="259"/>
            <ac:spMk id="44" creationId="{375E0459-6403-40CD-989D-56A4407CA12E}"/>
          </ac:spMkLst>
        </pc:spChg>
        <pc:spChg chg="add del">
          <ac:chgData name="Raydo Matthee" userId="259e028f13680ef9" providerId="LiveId" clId="{6AC1AFA1-16AA-487C-B473-8260DD30DC01}" dt="2025-12-18T20:42:49.353" v="86" actId="26606"/>
          <ac:spMkLst>
            <pc:docMk/>
            <pc:sldMk cId="0" sldId="259"/>
            <ac:spMk id="51" creationId="{09588DA8-065E-4F6F-8EFD-43104AB2E0CF}"/>
          </ac:spMkLst>
        </pc:spChg>
        <pc:spChg chg="add del">
          <ac:chgData name="Raydo Matthee" userId="259e028f13680ef9" providerId="LiveId" clId="{6AC1AFA1-16AA-487C-B473-8260DD30DC01}" dt="2025-12-18T20:42:49.353" v="86" actId="26606"/>
          <ac:spMkLst>
            <pc:docMk/>
            <pc:sldMk cId="0" sldId="259"/>
            <ac:spMk id="53" creationId="{C4285719-470E-454C-AF62-8323075F1F5B}"/>
          </ac:spMkLst>
        </pc:spChg>
        <pc:spChg chg="add del">
          <ac:chgData name="Raydo Matthee" userId="259e028f13680ef9" providerId="LiveId" clId="{6AC1AFA1-16AA-487C-B473-8260DD30DC01}" dt="2025-12-18T20:42:49.353" v="86" actId="26606"/>
          <ac:spMkLst>
            <pc:docMk/>
            <pc:sldMk cId="0" sldId="259"/>
            <ac:spMk id="55" creationId="{CD9FE4EF-C4D8-49A0-B2FF-81D8DB7D8A24}"/>
          </ac:spMkLst>
        </pc:spChg>
        <pc:spChg chg="add del">
          <ac:chgData name="Raydo Matthee" userId="259e028f13680ef9" providerId="LiveId" clId="{6AC1AFA1-16AA-487C-B473-8260DD30DC01}" dt="2025-12-18T20:42:49.353" v="86" actId="26606"/>
          <ac:spMkLst>
            <pc:docMk/>
            <pc:sldMk cId="0" sldId="259"/>
            <ac:spMk id="57" creationId="{4300840D-0A0B-4512-BACA-B439D5B9C57C}"/>
          </ac:spMkLst>
        </pc:spChg>
        <pc:spChg chg="add del">
          <ac:chgData name="Raydo Matthee" userId="259e028f13680ef9" providerId="LiveId" clId="{6AC1AFA1-16AA-487C-B473-8260DD30DC01}" dt="2025-12-18T20:42:49.353" v="86" actId="26606"/>
          <ac:spMkLst>
            <pc:docMk/>
            <pc:sldMk cId="0" sldId="259"/>
            <ac:spMk id="59" creationId="{D2B78728-A580-49A7-84F9-6EF6F583ADE0}"/>
          </ac:spMkLst>
        </pc:spChg>
        <pc:spChg chg="add">
          <ac:chgData name="Raydo Matthee" userId="259e028f13680ef9" providerId="LiveId" clId="{6AC1AFA1-16AA-487C-B473-8260DD30DC01}" dt="2025-12-18T20:42:41.833" v="85" actId="26606"/>
          <ac:spMkLst>
            <pc:docMk/>
            <pc:sldMk cId="0" sldId="259"/>
            <ac:spMk id="61" creationId="{38FAA1A1-D861-433F-88FA-1E9D6FD31D11}"/>
          </ac:spMkLst>
        </pc:spChg>
        <pc:spChg chg="add del">
          <ac:chgData name="Raydo Matthee" userId="259e028f13680ef9" providerId="LiveId" clId="{6AC1AFA1-16AA-487C-B473-8260DD30DC01}" dt="2025-12-18T20:42:49.353" v="86" actId="26606"/>
          <ac:spMkLst>
            <pc:docMk/>
            <pc:sldMk cId="0" sldId="259"/>
            <ac:spMk id="63" creationId="{8D71EDA1-87BF-4D5D-AB79-F346FD19278A}"/>
          </ac:spMkLst>
        </pc:spChg>
        <pc:spChg chg="add">
          <ac:chgData name="Raydo Matthee" userId="259e028f13680ef9" providerId="LiveId" clId="{6AC1AFA1-16AA-487C-B473-8260DD30DC01}" dt="2025-12-18T20:42:49.353" v="86" actId="26606"/>
          <ac:spMkLst>
            <pc:docMk/>
            <pc:sldMk cId="0" sldId="259"/>
            <ac:spMk id="70" creationId="{3B2E3793-BFE6-45A2-9B7B-E18844431C99}"/>
          </ac:spMkLst>
        </pc:spChg>
        <pc:spChg chg="add">
          <ac:chgData name="Raydo Matthee" userId="259e028f13680ef9" providerId="LiveId" clId="{6AC1AFA1-16AA-487C-B473-8260DD30DC01}" dt="2025-12-18T20:42:49.353" v="86" actId="26606"/>
          <ac:spMkLst>
            <pc:docMk/>
            <pc:sldMk cId="0" sldId="259"/>
            <ac:spMk id="74" creationId="{375E0459-6403-40CD-989D-56A4407CA12E}"/>
          </ac:spMkLst>
        </pc:spChg>
        <pc:spChg chg="add">
          <ac:chgData name="Raydo Matthee" userId="259e028f13680ef9" providerId="LiveId" clId="{6AC1AFA1-16AA-487C-B473-8260DD30DC01}" dt="2025-12-18T20:42:49.353" v="86" actId="26606"/>
          <ac:spMkLst>
            <pc:docMk/>
            <pc:sldMk cId="0" sldId="259"/>
            <ac:spMk id="76" creationId="{53E5B1A8-3AC9-4BD1-9BBC-78CA94F2D1BA}"/>
          </ac:spMkLst>
        </pc:spChg>
        <pc:picChg chg="del">
          <ac:chgData name="Raydo Matthee" userId="259e028f13680ef9" providerId="LiveId" clId="{6AC1AFA1-16AA-487C-B473-8260DD30DC01}" dt="2025-12-18T20:13:37.673" v="6" actId="478"/>
          <ac:picMkLst>
            <pc:docMk/>
            <pc:sldMk cId="0" sldId="259"/>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970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en-us/training/modules/manage-roles-groups-microsoft-365/#:~:text=By%20the%20end%20of%20this,you%20should%20be%20able%20to"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Speaker Notes for Slide 1: Manage your Microsoft 365 tenant – Learning Path Overview</a:t>
            </a:r>
          </a:p>
          <a:p>
            <a:r>
              <a:rPr lang="en-US" sz="1200" b="1" i="0" kern="1200" dirty="0">
                <a:solidFill>
                  <a:schemeClr val="tx1"/>
                </a:solidFill>
                <a:effectLst/>
                <a:latin typeface="+mn-lt"/>
                <a:ea typeface="+mn-ea"/>
                <a:cs typeface="+mn-cs"/>
              </a:rPr>
              <a:t>Introduction: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learning path is designed to help you develop essential skills for managing a Microsoft 365 tenant within your organisation.</a:t>
            </a:r>
          </a:p>
          <a:p>
            <a:r>
              <a:rPr lang="en-US" sz="1200" b="1" i="0" kern="1200" dirty="0">
                <a:solidFill>
                  <a:schemeClr val="tx1"/>
                </a:solidFill>
                <a:effectLst/>
                <a:latin typeface="+mn-lt"/>
                <a:ea typeface="+mn-ea"/>
                <a:cs typeface="+mn-cs"/>
              </a:rPr>
              <a:t>Key Focus Areas: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Delegating administration using roles and role-based access control (RBAC).</a:t>
            </a:r>
          </a:p>
          <a:p>
            <a:pPr lvl="1"/>
            <a:r>
              <a:rPr lang="en-US" sz="1200" b="0" i="0" kern="1200" dirty="0">
                <a:solidFill>
                  <a:schemeClr val="tx1"/>
                </a:solidFill>
                <a:effectLst/>
                <a:latin typeface="+mn-lt"/>
                <a:ea typeface="+mn-ea"/>
                <a:cs typeface="+mn-cs"/>
              </a:rPr>
              <a:t>Monitoring the overall health of your tenant and responding to incidents.</a:t>
            </a:r>
          </a:p>
          <a:p>
            <a:pPr lvl="1"/>
            <a:r>
              <a:rPr lang="en-US" sz="1200" b="0" i="0" kern="1200" dirty="0">
                <a:solidFill>
                  <a:schemeClr val="tx1"/>
                </a:solidFill>
                <a:effectLst/>
                <a:latin typeface="+mn-lt"/>
                <a:ea typeface="+mn-ea"/>
                <a:cs typeface="+mn-cs"/>
              </a:rPr>
              <a:t>Deploying Microsoft 365 apps efficiently across your organisation.</a:t>
            </a:r>
          </a:p>
          <a:p>
            <a:pPr lvl="1"/>
            <a:r>
              <a:rPr lang="en-US" sz="1200" b="0" i="0" kern="1200" dirty="0" err="1">
                <a:solidFill>
                  <a:schemeClr val="tx1"/>
                </a:solidFill>
                <a:effectLst/>
                <a:latin typeface="+mn-lt"/>
                <a:ea typeface="+mn-ea"/>
                <a:cs typeface="+mn-cs"/>
              </a:rPr>
              <a:t>Analysing</a:t>
            </a:r>
            <a:r>
              <a:rPr lang="en-US" sz="1200" b="0" i="0" kern="1200" dirty="0">
                <a:solidFill>
                  <a:schemeClr val="tx1"/>
                </a:solidFill>
                <a:effectLst/>
                <a:latin typeface="+mn-lt"/>
                <a:ea typeface="+mn-ea"/>
                <a:cs typeface="+mn-cs"/>
              </a:rPr>
              <a:t> collaboration and productivity data to drive informed decisions.</a:t>
            </a:r>
          </a:p>
          <a:p>
            <a:r>
              <a:rPr lang="en-US" sz="1200" b="1" i="0" kern="1200" dirty="0">
                <a:solidFill>
                  <a:schemeClr val="tx1"/>
                </a:solidFill>
                <a:effectLst/>
                <a:latin typeface="+mn-lt"/>
                <a:ea typeface="+mn-ea"/>
                <a:cs typeface="+mn-cs"/>
              </a:rPr>
              <a:t>Learning Outcome: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By the end of this path, you’ll be equipped to handle core administrative tasks, ensure service reliability, and support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productivity through data-driven insights.</a:t>
            </a:r>
          </a:p>
          <a:p>
            <a:r>
              <a:rPr lang="en-US" sz="1200" b="1" i="0" kern="1200" dirty="0">
                <a:solidFill>
                  <a:schemeClr val="tx1"/>
                </a:solidFill>
                <a:effectLst/>
                <a:latin typeface="+mn-lt"/>
                <a:ea typeface="+mn-ea"/>
                <a:cs typeface="+mn-cs"/>
              </a:rPr>
              <a:t>Reference: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For more details, you can refer to the official Microsoft learning module: </a:t>
            </a:r>
            <a:r>
              <a:rPr lang="en-US" sz="1200" b="0" i="0" u="none" strike="noStrike" kern="1200" dirty="0">
                <a:solidFill>
                  <a:schemeClr val="tx1"/>
                </a:solidFill>
                <a:effectLst/>
                <a:latin typeface="+mn-lt"/>
                <a:ea typeface="+mn-ea"/>
                <a:cs typeface="+mn-cs"/>
                <a:hlinkClick r:id="rId3"/>
              </a:rPr>
              <a:t>https://learn.microsoft.com/en-us/training/modules/manage-roles-groups-microsoft-365/#:~:text=By%20the%20end%20of%20this,you%20should%20be%20able%20to</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Speaker Notes for Slide 2: Learning Objectives</a:t>
            </a:r>
          </a:p>
          <a:p>
            <a:r>
              <a:rPr lang="en-US" sz="1200" b="1" i="0" kern="1200" dirty="0">
                <a:solidFill>
                  <a:schemeClr val="tx1"/>
                </a:solidFill>
                <a:effectLst/>
                <a:latin typeface="+mn-lt"/>
                <a:ea typeface="+mn-ea"/>
                <a:cs typeface="+mn-cs"/>
              </a:rPr>
              <a:t>Introduction: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slide outlines the main objectives of the learning path, highlighting the essential skills and knowledge you’ll gain.</a:t>
            </a:r>
          </a:p>
          <a:p>
            <a:r>
              <a:rPr lang="en-US" sz="1200" b="1" i="0" kern="1200" dirty="0">
                <a:solidFill>
                  <a:schemeClr val="tx1"/>
                </a:solidFill>
                <a:effectLst/>
                <a:latin typeface="+mn-lt"/>
                <a:ea typeface="+mn-ea"/>
                <a:cs typeface="+mn-cs"/>
              </a:rPr>
              <a:t>Key Learning Objectives: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Develop a solid understanding of Microsoft 365 roles, role-based access control (RBAC), role groups, and how to delegate administration effectively.</a:t>
            </a:r>
          </a:p>
          <a:p>
            <a:pPr lvl="1"/>
            <a:r>
              <a:rPr lang="en-US" sz="1200" b="0" i="0" kern="1200" dirty="0">
                <a:solidFill>
                  <a:schemeClr val="tx1"/>
                </a:solidFill>
                <a:effectLst/>
                <a:latin typeface="+mn-lt"/>
                <a:ea typeface="+mn-ea"/>
                <a:cs typeface="+mn-cs"/>
              </a:rPr>
              <a:t>Learn how to monitor service health, assess network connectivity, and create a robust incident response plan to ensure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resilience.</a:t>
            </a:r>
          </a:p>
          <a:p>
            <a:pPr lvl="1"/>
            <a:r>
              <a:rPr lang="en-US" sz="1200" b="0" i="0" kern="1200" dirty="0">
                <a:solidFill>
                  <a:schemeClr val="tx1"/>
                </a:solidFill>
                <a:effectLst/>
                <a:latin typeface="+mn-lt"/>
                <a:ea typeface="+mn-ea"/>
                <a:cs typeface="+mn-cs"/>
              </a:rPr>
              <a:t>Gain practical skills in planning and deploying Microsoft 365 Apps for enterprise, including managing update channels and deployment strategies.</a:t>
            </a:r>
          </a:p>
          <a:p>
            <a:pPr lvl="1"/>
            <a:r>
              <a:rPr lang="en-US" sz="1200" b="0" i="0" kern="1200" dirty="0">
                <a:solidFill>
                  <a:schemeClr val="tx1"/>
                </a:solidFill>
                <a:effectLst/>
                <a:latin typeface="+mn-lt"/>
                <a:ea typeface="+mn-ea"/>
                <a:cs typeface="+mn-cs"/>
              </a:rPr>
              <a:t>Explore how to use Viva Insights to </a:t>
            </a:r>
            <a:r>
              <a:rPr lang="en-US" sz="1200" b="0" i="0" kern="1200" dirty="0" err="1">
                <a:solidFill>
                  <a:schemeClr val="tx1"/>
                </a:solidFill>
                <a:effectLst/>
                <a:latin typeface="+mn-lt"/>
                <a:ea typeface="+mn-ea"/>
                <a:cs typeface="+mn-cs"/>
              </a:rPr>
              <a:t>analyse</a:t>
            </a:r>
            <a:r>
              <a:rPr lang="en-US" sz="1200" b="0" i="0" kern="1200" dirty="0">
                <a:solidFill>
                  <a:schemeClr val="tx1"/>
                </a:solidFill>
                <a:effectLst/>
                <a:latin typeface="+mn-lt"/>
                <a:ea typeface="+mn-ea"/>
                <a:cs typeface="+mn-cs"/>
              </a:rPr>
              <a:t> workplace data, supporting productivity and data-driven decision-making at personal, team, and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levels.</a:t>
            </a:r>
          </a:p>
          <a:p>
            <a:r>
              <a:rPr lang="en-US" sz="1200" b="1" i="0" kern="1200" dirty="0">
                <a:solidFill>
                  <a:schemeClr val="tx1"/>
                </a:solidFill>
                <a:effectLst/>
                <a:latin typeface="+mn-lt"/>
                <a:ea typeface="+mn-ea"/>
                <a:cs typeface="+mn-cs"/>
              </a:rPr>
              <a:t>Outcome: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By the end of this learning path, you’ll be able to confidently manage administrative roles, maintain tenant health, deploy apps efficiently, and leverage data analytics to enhance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productivity.</a:t>
            </a:r>
          </a:p>
          <a:p>
            <a:r>
              <a:rPr lang="en-US" sz="1200" b="1" i="0" kern="1200" dirty="0">
                <a:solidFill>
                  <a:schemeClr val="tx1"/>
                </a:solidFill>
                <a:effectLst/>
                <a:latin typeface="+mn-lt"/>
                <a:ea typeface="+mn-ea"/>
                <a:cs typeface="+mn-cs"/>
              </a:rPr>
              <a:t>References: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For further details, refer to the official Microsoft learning modules linked in the slide.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Speaker Notes for Slide 3: Modules Overview</a:t>
            </a:r>
          </a:p>
          <a:p>
            <a:r>
              <a:rPr lang="en-US" sz="1200" b="0" i="0" kern="1200" dirty="0">
                <a:solidFill>
                  <a:schemeClr val="tx1"/>
                </a:solidFill>
                <a:effectLst/>
                <a:latin typeface="+mn-lt"/>
                <a:ea typeface="+mn-ea"/>
                <a:cs typeface="+mn-cs"/>
              </a:rPr>
              <a:t>This slide provides a high-level overview of the modules included in the learning path, each focusing on a core area of Microsoft 365 tenant management.</a:t>
            </a:r>
          </a:p>
          <a:p>
            <a:r>
              <a:rPr lang="en-US" sz="1200" b="0" i="0" kern="1200" dirty="0">
                <a:solidFill>
                  <a:schemeClr val="tx1"/>
                </a:solidFill>
                <a:effectLst/>
                <a:latin typeface="+mn-lt"/>
                <a:ea typeface="+mn-ea"/>
                <a:cs typeface="+mn-cs"/>
              </a:rPr>
              <a:t>The first module, “Manage roles &amp; role groups”, covers role-based access control (RBAC), administrative roles, delegation, and the use of role groups. This module will help you understand how to assign and manage permissions efficiently.</a:t>
            </a:r>
          </a:p>
          <a:p>
            <a:r>
              <a:rPr lang="en-US" sz="1200" b="0" i="0" kern="1200" dirty="0">
                <a:solidFill>
                  <a:schemeClr val="tx1"/>
                </a:solidFill>
                <a:effectLst/>
                <a:latin typeface="+mn-lt"/>
                <a:ea typeface="+mn-ea"/>
                <a:cs typeface="+mn-cs"/>
              </a:rPr>
              <a:t>The second module, “Maintain tenant health &amp; services”, focuses on using the service health dashboard, conducting network assessments, and developing an incident response plan. These skills are essential for ensuring the reliability and resilience of your Microsoft 365 environment.</a:t>
            </a:r>
          </a:p>
          <a:p>
            <a:r>
              <a:rPr lang="en-US" sz="1200" b="0" i="0" kern="1200" dirty="0">
                <a:solidFill>
                  <a:schemeClr val="tx1"/>
                </a:solidFill>
                <a:effectLst/>
                <a:latin typeface="+mn-lt"/>
                <a:ea typeface="+mn-ea"/>
                <a:cs typeface="+mn-cs"/>
              </a:rPr>
              <a:t>The third module, “Deploy Microsoft 365 Apps”, explores deployment strategies, user-driven installations, managing updates, and configuring update channels. You’ll learn how to roll out Microsoft 365 Apps effectively across your organisation.</a:t>
            </a:r>
          </a:p>
          <a:p>
            <a:r>
              <a:rPr lang="en-US" sz="1200" b="0" i="0" kern="1200" dirty="0">
                <a:solidFill>
                  <a:schemeClr val="tx1"/>
                </a:solidFill>
                <a:effectLst/>
                <a:latin typeface="+mn-lt"/>
                <a:ea typeface="+mn-ea"/>
                <a:cs typeface="+mn-cs"/>
              </a:rPr>
              <a:t>The fourth module, “</a:t>
            </a:r>
            <a:r>
              <a:rPr lang="en-US" sz="1200" b="0" i="0" kern="1200" dirty="0" err="1">
                <a:solidFill>
                  <a:schemeClr val="tx1"/>
                </a:solidFill>
                <a:effectLst/>
                <a:latin typeface="+mn-lt"/>
                <a:ea typeface="+mn-ea"/>
                <a:cs typeface="+mn-cs"/>
              </a:rPr>
              <a:t>Analyse</a:t>
            </a:r>
            <a:r>
              <a:rPr lang="en-US" sz="1200" b="0" i="0" kern="1200" dirty="0">
                <a:solidFill>
                  <a:schemeClr val="tx1"/>
                </a:solidFill>
                <a:effectLst/>
                <a:latin typeface="+mn-lt"/>
                <a:ea typeface="+mn-ea"/>
                <a:cs typeface="+mn-cs"/>
              </a:rPr>
              <a:t> data with Viva Insights”, introduces you to personal, team,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and advanced insights. This module will show you how to leverage data analytics to support productivity and informed decision-making.</a:t>
            </a:r>
          </a:p>
          <a:p>
            <a:r>
              <a:rPr lang="en-US" sz="1200" b="0" i="0" kern="1200" dirty="0">
                <a:solidFill>
                  <a:schemeClr val="tx1"/>
                </a:solidFill>
                <a:effectLst/>
                <a:latin typeface="+mn-lt"/>
                <a:ea typeface="+mn-ea"/>
                <a:cs typeface="+mn-cs"/>
              </a:rPr>
              <a:t>By understanding the structure and focus of each module, you’ll be able to guide your audience through the learning path and set clear expectations for what they will achieve.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Speaker Notes for Slide 4: Overview &amp; Future Actions</a:t>
            </a:r>
          </a:p>
          <a:p>
            <a:r>
              <a:rPr lang="en-US" sz="1200" b="1" i="0" kern="1200" dirty="0">
                <a:solidFill>
                  <a:schemeClr val="tx1"/>
                </a:solidFill>
                <a:effectLst/>
                <a:latin typeface="+mn-lt"/>
                <a:ea typeface="+mn-ea"/>
                <a:cs typeface="+mn-cs"/>
              </a:rPr>
              <a:t>Summary of Key Actions: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slide recaps the main actions and best practices for managing a Microsoft 365 tenant:</a:t>
            </a:r>
          </a:p>
          <a:p>
            <a:pPr lvl="1"/>
            <a:r>
              <a:rPr lang="en-US" sz="1200" b="0" i="0" kern="1200" dirty="0">
                <a:solidFill>
                  <a:schemeClr val="tx1"/>
                </a:solidFill>
                <a:effectLst/>
                <a:latin typeface="+mn-lt"/>
                <a:ea typeface="+mn-ea"/>
                <a:cs typeface="+mn-cs"/>
              </a:rPr>
              <a:t>Delegate administration through well-defined roles and RBAC groups to ensure secure and efficient management.</a:t>
            </a:r>
          </a:p>
          <a:p>
            <a:pPr lvl="1"/>
            <a:r>
              <a:rPr lang="en-US" sz="1200" b="0" i="0" kern="1200" dirty="0">
                <a:solidFill>
                  <a:schemeClr val="tx1"/>
                </a:solidFill>
                <a:effectLst/>
                <a:latin typeface="+mn-lt"/>
                <a:ea typeface="+mn-ea"/>
                <a:cs typeface="+mn-cs"/>
              </a:rPr>
              <a:t>Monitor service health, perform network assessments, and plan for incident response to maintain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resilience and reliability.</a:t>
            </a:r>
          </a:p>
          <a:p>
            <a:pPr lvl="1"/>
            <a:r>
              <a:rPr lang="en-US" sz="1200" b="0" i="0" kern="1200" dirty="0">
                <a:solidFill>
                  <a:schemeClr val="tx1"/>
                </a:solidFill>
                <a:effectLst/>
                <a:latin typeface="+mn-lt"/>
                <a:ea typeface="+mn-ea"/>
                <a:cs typeface="+mn-cs"/>
              </a:rPr>
              <a:t>Deploy and maintain Microsoft 365 Apps using appropriate channels and update policies, ensuring users have the latest features and security updates.</a:t>
            </a:r>
          </a:p>
          <a:p>
            <a:pPr lvl="1"/>
            <a:r>
              <a:rPr lang="en-US" sz="1200" b="0" i="0" kern="1200" dirty="0">
                <a:solidFill>
                  <a:schemeClr val="tx1"/>
                </a:solidFill>
                <a:effectLst/>
                <a:latin typeface="+mn-lt"/>
                <a:ea typeface="+mn-ea"/>
                <a:cs typeface="+mn-cs"/>
              </a:rPr>
              <a:t>Use Viva Insights to drive data-informed decisions about collaboration and productivity, supporting both individual and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growth.</a:t>
            </a:r>
          </a:p>
          <a:p>
            <a:r>
              <a:rPr lang="en-US" sz="1200" b="1" i="0" kern="1200" dirty="0">
                <a:solidFill>
                  <a:schemeClr val="tx1"/>
                </a:solidFill>
                <a:effectLst/>
                <a:latin typeface="+mn-lt"/>
                <a:ea typeface="+mn-ea"/>
                <a:cs typeface="+mn-cs"/>
              </a:rPr>
              <a:t>Next Steps: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next focus area is “Implement identity synchronisation.” This involves preparing and implementing directory synchronisation between on-premises and cloud identities, which is essential for seamless user management and access control in hybrid environments.</a:t>
            </a:r>
          </a:p>
          <a:p>
            <a:r>
              <a:rPr lang="en-US" sz="1200" b="1" i="0" kern="1200" dirty="0">
                <a:solidFill>
                  <a:schemeClr val="tx1"/>
                </a:solidFill>
                <a:effectLst/>
                <a:latin typeface="+mn-lt"/>
                <a:ea typeface="+mn-ea"/>
                <a:cs typeface="+mn-cs"/>
              </a:rPr>
              <a:t>Closing: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By following these actions and progressing to identity synchronisation, you’ll be well-equipped to manage your Microsoft 365 tenant effectively and support your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digital transformation.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learn.microsoft.com/en-us/training/modules/manage-roles-groups-microsoft-365/#:~:text=By%20the%20end%20of%20this,you%20should%20be%20able%20to"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modules/manage-roles-groups-microsoft-365/#:~:text=By%20the%20end%20of%20this,you%20should%20be%20able%20to"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learn.microsoft.com/en-us/training/modules/analyze-microsoft-365-workplace-data-use-microsoft-viva-insights/#:~:text=After%20completing%20this%20module%2C%20you,should%20be%20able%20to" TargetMode="External"/><Relationship Id="rId5" Type="http://schemas.openxmlformats.org/officeDocument/2006/relationships/hyperlink" Target="https://learn.microsoft.com/en-us/training/modules/deploy-microsoft-365-apps-enterprise/#:~:text=By%20the%20end%20of%20this,you%20should%20be%20able%20to" TargetMode="External"/><Relationship Id="rId4" Type="http://schemas.openxmlformats.org/officeDocument/2006/relationships/hyperlink" Target="https://learn.microsoft.com/en-us/training/modules/manage-tenant-services-microsoft-365/#:~:text=Learning%20objective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training/modules/manage-roles-groups-microsoft-365/#:~:text=By%20the%20end%20of%20this,you%20should%20be%20able%20to"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learn.microsoft.com/en-us/training/modules/analyze-microsoft-365-workplace-data-use-microsoft-viva-insights/#:~:text=After%20completing%20this%20module%2C%20you,should%20be%20able%20to" TargetMode="External"/><Relationship Id="rId5" Type="http://schemas.openxmlformats.org/officeDocument/2006/relationships/hyperlink" Target="https://learn.microsoft.com/en-us/training/modules/deploy-microsoft-365-apps-enterprise/#:~:text=By%20the%20end%20of%20this,you%20should%20be%20able%20to" TargetMode="External"/><Relationship Id="rId4" Type="http://schemas.openxmlformats.org/officeDocument/2006/relationships/hyperlink" Target="https://learn.microsoft.com/en-us/training/modules/manage-tenant-services-microsoft-365/#:~:text=Learning%20objective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training/modules/manage-roles-groups-microsoft-365/#:~:text=By%20the%20end%20of%20this,you%20should%20be%20able%20to"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learn.microsoft.com/en-us/training/modules/analyze-microsoft-365-workplace-data-use-microsoft-viva-insights/#:~:text=After%20completing%20this%20module%2C%20you,should%20be%20able%20to" TargetMode="External"/><Relationship Id="rId5" Type="http://schemas.openxmlformats.org/officeDocument/2006/relationships/hyperlink" Target="https://learn.microsoft.com/en-us/training/modules/deploy-microsoft-365-apps-enterprise/#:~:text=By%20the%20end%20of%20this,you%20should%20be%20able%20to" TargetMode="External"/><Relationship Id="rId4" Type="http://schemas.openxmlformats.org/officeDocument/2006/relationships/hyperlink" Target="https://learn.microsoft.com/en-us/training/modules/manage-tenant-services-microsoft-365/#:~:text=Learning%20objectiv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A4588A-55D5-49B8-BE41-54ACDCFF2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0" descr="preencoded.png"/>
          <p:cNvPicPr>
            <a:picLocks noChangeAspect="1"/>
          </p:cNvPicPr>
          <p:nvPr/>
        </p:nvPicPr>
        <p:blipFill>
          <a:blip r:embed="rId3"/>
          <a:srcRect t="25625" b="19448"/>
          <a:stretch>
            <a:fillRect/>
          </a:stretch>
        </p:blipFill>
        <p:spPr>
          <a:xfrm>
            <a:off x="20" y="10"/>
            <a:ext cx="9143980" cy="3352578"/>
          </a:xfrm>
          <a:prstGeom prst="rect">
            <a:avLst/>
          </a:prstGeom>
        </p:spPr>
      </p:pic>
      <p:sp>
        <p:nvSpPr>
          <p:cNvPr id="12" name="Rectangle: Rounded Corners 11">
            <a:extLst>
              <a:ext uri="{FF2B5EF4-FFF2-40B4-BE49-F238E27FC236}">
                <a16:creationId xmlns:a16="http://schemas.microsoft.com/office/drawing/2014/main" id="{F97E7EA2-EDCD-47E9-81BC-415C606D1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92524"/>
            <a:ext cx="7036903" cy="514827"/>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ext 0"/>
          <p:cNvSpPr/>
          <p:nvPr/>
        </p:nvSpPr>
        <p:spPr>
          <a:xfrm>
            <a:off x="425196" y="3155377"/>
            <a:ext cx="6417894" cy="402419"/>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800" b="1" dirty="0">
                <a:solidFill>
                  <a:schemeClr val="bg1"/>
                </a:solidFill>
                <a:latin typeface="+mj-lt"/>
                <a:ea typeface="+mj-ea"/>
                <a:cs typeface="+mj-cs"/>
              </a:rPr>
              <a:t>Manage your Microsoft 365 tenant
</a:t>
            </a:r>
            <a:r>
              <a:rPr lang="en-US" sz="800" i="1" dirty="0">
                <a:solidFill>
                  <a:schemeClr val="bg1"/>
                </a:solidFill>
                <a:latin typeface="+mj-lt"/>
                <a:ea typeface="+mj-ea"/>
                <a:cs typeface="+mj-cs"/>
              </a:rPr>
              <a:t>Learning Path Overview</a:t>
            </a:r>
            <a:endParaRPr lang="en-US" sz="800" dirty="0">
              <a:solidFill>
                <a:schemeClr val="bg1"/>
              </a:solidFill>
              <a:latin typeface="+mj-lt"/>
              <a:ea typeface="+mj-ea"/>
              <a:cs typeface="+mj-cs"/>
            </a:endParaRPr>
          </a:p>
        </p:txBody>
      </p:sp>
      <p:sp>
        <p:nvSpPr>
          <p:cNvPr id="3" name="Text 1"/>
          <p:cNvSpPr/>
          <p:nvPr/>
        </p:nvSpPr>
        <p:spPr>
          <a:xfrm>
            <a:off x="425196" y="3720677"/>
            <a:ext cx="8293608" cy="980720"/>
          </a:xfrm>
          <a:prstGeom prst="rect">
            <a:avLst/>
          </a:prstGeom>
        </p:spPr>
        <p:txBody>
          <a:bodyPr vert="horz" lIns="91440" tIns="45720" rIns="91440" bIns="45720" rtlCol="0">
            <a:normAutofit/>
          </a:bodyPr>
          <a:lstStyle/>
          <a:p>
            <a:pPr>
              <a:lnSpc>
                <a:spcPct val="90000"/>
              </a:lnSpc>
              <a:spcAft>
                <a:spcPts val="600"/>
              </a:spcAft>
            </a:pPr>
            <a:r>
              <a:rPr lang="en-US" sz="1300" dirty="0"/>
              <a:t>Gain the skills to delegate administration, monitor tenant health, deploy apps and </a:t>
            </a:r>
            <a:r>
              <a:rPr lang="en-US" sz="1300" dirty="0" err="1"/>
              <a:t>analyse</a:t>
            </a:r>
            <a:r>
              <a:rPr lang="en-US" sz="1300" dirty="0"/>
              <a:t> collaboration data across your organisation.</a:t>
            </a:r>
          </a:p>
        </p:txBody>
      </p:sp>
      <p:sp>
        <p:nvSpPr>
          <p:cNvPr id="5" name="Text 2"/>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4"/>
              </a:rPr>
              <a:t>[1]</a:t>
            </a:r>
            <a:endParaRPr lang="en-US" sz="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4" y="1059943"/>
            <a:ext cx="5148263"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5" y="1067553"/>
            <a:ext cx="5148262"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074" y="2694958"/>
            <a:ext cx="1878222"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961"/>
            <a:ext cx="2925267" cy="3137121"/>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51" y="1052331"/>
            <a:ext cx="5148265"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50041" y="440548"/>
            <a:ext cx="2401025" cy="2542975"/>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000" b="1" kern="1200">
                <a:solidFill>
                  <a:srgbClr val="FFFFFF"/>
                </a:solidFill>
                <a:latin typeface="+mj-lt"/>
                <a:ea typeface="+mj-ea"/>
                <a:cs typeface="+mj-cs"/>
              </a:rPr>
              <a:t>Learning Objectives</a:t>
            </a:r>
            <a:endParaRPr lang="en-US" sz="3000" kern="1200">
              <a:solidFill>
                <a:srgbClr val="FFFFFF"/>
              </a:solidFill>
              <a:latin typeface="+mj-lt"/>
              <a:ea typeface="+mj-ea"/>
              <a:cs typeface="+mj-cs"/>
            </a:endParaRPr>
          </a:p>
        </p:txBody>
      </p:sp>
      <p:sp>
        <p:nvSpPr>
          <p:cNvPr id="4" name="Text 2"/>
          <p:cNvSpPr/>
          <p:nvPr/>
        </p:nvSpPr>
        <p:spPr>
          <a:xfrm>
            <a:off x="3607694" y="487561"/>
            <a:ext cx="4916510" cy="4163386"/>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r>
              <a:rPr lang="en-US" sz="1500" dirty="0"/>
              <a:t>Understand Microsoft 365 roles, RBAC, role groups and delegating administration.</a:t>
            </a:r>
          </a:p>
          <a:p>
            <a:pPr marL="285750" indent="-285750">
              <a:lnSpc>
                <a:spcPct val="90000"/>
              </a:lnSpc>
              <a:spcAft>
                <a:spcPts val="600"/>
              </a:spcAft>
              <a:buFont typeface="Arial" panose="020B0604020202020204" pitchFamily="34" charset="0"/>
              <a:buChar char="•"/>
            </a:pPr>
            <a:r>
              <a:rPr lang="en-US" sz="1500" dirty="0"/>
              <a:t>Monitor service health, assess network connectivity and develop an incident response plan.</a:t>
            </a:r>
          </a:p>
          <a:p>
            <a:pPr marL="285750" indent="-285750">
              <a:lnSpc>
                <a:spcPct val="90000"/>
              </a:lnSpc>
              <a:spcAft>
                <a:spcPts val="600"/>
              </a:spcAft>
              <a:buFont typeface="Arial" panose="020B0604020202020204" pitchFamily="34" charset="0"/>
              <a:buChar char="•"/>
            </a:pPr>
            <a:r>
              <a:rPr lang="en-US" sz="1500" dirty="0"/>
              <a:t>Plan and deploy Microsoft 365 Apps for enterprise and manage update channels.</a:t>
            </a:r>
          </a:p>
          <a:p>
            <a:pPr marL="285750" indent="-285750">
              <a:lnSpc>
                <a:spcPct val="90000"/>
              </a:lnSpc>
              <a:spcAft>
                <a:spcPts val="600"/>
              </a:spcAft>
              <a:buFont typeface="Arial" panose="020B0604020202020204" pitchFamily="34" charset="0"/>
              <a:buChar char="•"/>
            </a:pPr>
            <a:r>
              <a:rPr lang="en-US" sz="1500" dirty="0"/>
              <a:t>Leverage Viva Insights to </a:t>
            </a:r>
            <a:r>
              <a:rPr lang="en-US" sz="1500" dirty="0" err="1"/>
              <a:t>analyse</a:t>
            </a:r>
            <a:r>
              <a:rPr lang="en-US" sz="1500" dirty="0"/>
              <a:t> workplace data and support </a:t>
            </a:r>
            <a:r>
              <a:rPr lang="en-US" sz="1500" dirty="0" err="1"/>
              <a:t>organisational</a:t>
            </a:r>
            <a:r>
              <a:rPr lang="en-US" sz="1500" dirty="0"/>
              <a:t> productivity.</a:t>
            </a:r>
          </a:p>
        </p:txBody>
      </p:sp>
      <p:sp>
        <p:nvSpPr>
          <p:cNvPr id="11" name="Text 9"/>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a:solidFill>
                  <a:srgbClr val="4472C4"/>
                </a:solidFill>
                <a:hlinkClick r:id="rId3"/>
              </a:rPr>
              <a:t>[2]</a:t>
            </a:r>
            <a:r>
              <a:rPr lang="en-US" sz="600">
                <a:solidFill>
                  <a:srgbClr val="000000"/>
                </a:solidFill>
              </a:rPr>
              <a:t>  </a:t>
            </a:r>
            <a:r>
              <a:rPr lang="en-US" sz="600" u="sng">
                <a:solidFill>
                  <a:srgbClr val="4472C4"/>
                </a:solidFill>
                <a:hlinkClick r:id="rId4"/>
              </a:rPr>
              <a:t>[3]</a:t>
            </a:r>
            <a:r>
              <a:rPr lang="en-US" sz="600">
                <a:solidFill>
                  <a:srgbClr val="000000"/>
                </a:solidFill>
              </a:rPr>
              <a:t>  </a:t>
            </a:r>
            <a:r>
              <a:rPr lang="en-US" sz="600" u="sng">
                <a:solidFill>
                  <a:srgbClr val="4472C4"/>
                </a:solidFill>
                <a:hlinkClick r:id="rId5"/>
              </a:rPr>
              <a:t>[4]</a:t>
            </a:r>
            <a:r>
              <a:rPr lang="en-US" sz="600">
                <a:solidFill>
                  <a:srgbClr val="000000"/>
                </a:solidFill>
              </a:rPr>
              <a:t>  </a:t>
            </a:r>
            <a:r>
              <a:rPr lang="en-US" sz="600" u="sng">
                <a:solidFill>
                  <a:srgbClr val="4472C4"/>
                </a:solidFill>
                <a:hlinkClick r:id="rId6"/>
              </a:rPr>
              <a:t>[5]</a:t>
            </a:r>
            <a:endParaRPr lang="en-US" sz="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3060"/>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2689"/>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1825"/>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24784" y="186200"/>
            <a:ext cx="5297791" cy="870205"/>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000" b="1" kern="1200">
                <a:solidFill>
                  <a:srgbClr val="FFFFFF"/>
                </a:solidFill>
                <a:latin typeface="+mj-lt"/>
                <a:ea typeface="+mj-ea"/>
                <a:cs typeface="+mj-cs"/>
              </a:rPr>
              <a:t>Modules Overview</a:t>
            </a:r>
            <a:endParaRPr lang="en-US" sz="3000" kern="1200">
              <a:solidFill>
                <a:srgbClr val="FFFFFF"/>
              </a:solidFill>
              <a:latin typeface="+mj-lt"/>
              <a:ea typeface="+mj-ea"/>
              <a:cs typeface="+mj-cs"/>
            </a:endParaRPr>
          </a:p>
        </p:txBody>
      </p:sp>
      <p:sp>
        <p:nvSpPr>
          <p:cNvPr id="3" name="Text 1"/>
          <p:cNvSpPr/>
          <p:nvPr/>
        </p:nvSpPr>
        <p:spPr>
          <a:xfrm>
            <a:off x="6429374" y="293395"/>
            <a:ext cx="2425189" cy="655816"/>
          </a:xfrm>
          <a:prstGeom prst="rect">
            <a:avLst/>
          </a:prstGeom>
        </p:spPr>
        <p:txBody>
          <a:bodyPr vert="horz" lIns="91440" tIns="45720" rIns="91440" bIns="45720" rtlCol="0" anchor="ctr">
            <a:normAutofit/>
          </a:bodyPr>
          <a:lstStyle/>
          <a:p>
            <a:pPr>
              <a:lnSpc>
                <a:spcPct val="90000"/>
              </a:lnSpc>
              <a:spcBef>
                <a:spcPts val="1000"/>
              </a:spcBef>
            </a:pPr>
            <a:r>
              <a:rPr lang="en-US" sz="1500" u="sng" kern="1200">
                <a:solidFill>
                  <a:srgbClr val="FFFFFF"/>
                </a:solidFill>
                <a:latin typeface="+mn-lt"/>
                <a:ea typeface="+mn-ea"/>
                <a:cs typeface="+mn-cs"/>
                <a:hlinkClick r:id="rId3"/>
              </a:rPr>
              <a:t>[6]</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4"/>
              </a:rPr>
              <a:t>[7]</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5"/>
              </a:rPr>
              <a:t>[8]</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6"/>
              </a:rPr>
              <a:t>[9]</a:t>
            </a:r>
            <a:endParaRPr lang="en-US" sz="1500" kern="1200">
              <a:solidFill>
                <a:srgbClr val="FFFFFF"/>
              </a:solidFill>
              <a:latin typeface="+mn-lt"/>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3209535700"/>
              </p:ext>
            </p:extLst>
          </p:nvPr>
        </p:nvGraphicFramePr>
        <p:xfrm>
          <a:off x="324168" y="1634199"/>
          <a:ext cx="8495663" cy="3025984"/>
        </p:xfrm>
        <a:graphic>
          <a:graphicData uri="http://schemas.openxmlformats.org/drawingml/2006/table">
            <a:tbl>
              <a:tblPr firstRow="1" bandRow="1"/>
              <a:tblGrid>
                <a:gridCol w="3554858">
                  <a:extLst>
                    <a:ext uri="{9D8B030D-6E8A-4147-A177-3AD203B41FA5}">
                      <a16:colId xmlns:a16="http://schemas.microsoft.com/office/drawing/2014/main" val="20000"/>
                    </a:ext>
                  </a:extLst>
                </a:gridCol>
                <a:gridCol w="4940805">
                  <a:extLst>
                    <a:ext uri="{9D8B030D-6E8A-4147-A177-3AD203B41FA5}">
                      <a16:colId xmlns:a16="http://schemas.microsoft.com/office/drawing/2014/main" val="20001"/>
                    </a:ext>
                  </a:extLst>
                </a:gridCol>
              </a:tblGrid>
              <a:tr h="471222">
                <a:tc>
                  <a:txBody>
                    <a:bodyPr/>
                    <a:lstStyle/>
                    <a:p>
                      <a:pPr marL="0" indent="0" algn="l">
                        <a:buNone/>
                      </a:pPr>
                      <a:r>
                        <a:rPr lang="en-US" sz="1800" b="1">
                          <a:solidFill>
                            <a:srgbClr val="FFFFFF"/>
                          </a:solidFill>
                        </a:rPr>
                        <a:t>Module</a:t>
                      </a:r>
                      <a:endParaRPr lang="en-US" sz="1800"/>
                    </a:p>
                  </a:txBody>
                  <a:tcPr marL="138595" marR="138595" marT="69297" marB="69297">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tc>
                  <a:txBody>
                    <a:bodyPr/>
                    <a:lstStyle/>
                    <a:p>
                      <a:pPr marL="0" indent="0" algn="l">
                        <a:buNone/>
                      </a:pPr>
                      <a:r>
                        <a:rPr lang="en-US" sz="1800" b="1">
                          <a:solidFill>
                            <a:srgbClr val="FFFFFF"/>
                          </a:solidFill>
                        </a:rPr>
                        <a:t>Key topics</a:t>
                      </a:r>
                      <a:endParaRPr lang="en-US" sz="1800"/>
                    </a:p>
                  </a:txBody>
                  <a:tcPr marL="138595" marR="138595" marT="69297" marB="69297">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48123">
                <a:tc>
                  <a:txBody>
                    <a:bodyPr/>
                    <a:lstStyle/>
                    <a:p>
                      <a:pPr marL="0" indent="0" algn="l">
                        <a:buNone/>
                      </a:pPr>
                      <a:r>
                        <a:rPr lang="en-US" sz="1700">
                          <a:solidFill>
                            <a:srgbClr val="1F4E79"/>
                          </a:solidFill>
                        </a:rPr>
                        <a:t>Manage roles &amp; role groups</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700">
                          <a:solidFill>
                            <a:srgbClr val="35547B"/>
                          </a:solidFill>
                        </a:rPr>
                        <a:t>RBAC, admin roles, delegation, role groups</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1"/>
                  </a:ext>
                </a:extLst>
              </a:tr>
              <a:tr h="702213">
                <a:tc>
                  <a:txBody>
                    <a:bodyPr/>
                    <a:lstStyle/>
                    <a:p>
                      <a:pPr marL="0" indent="0" algn="l">
                        <a:buNone/>
                      </a:pPr>
                      <a:r>
                        <a:rPr lang="en-US" sz="1700">
                          <a:solidFill>
                            <a:srgbClr val="1F4E79"/>
                          </a:solidFill>
                        </a:rPr>
                        <a:t>Maintain tenant health &amp; services</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700">
                          <a:solidFill>
                            <a:srgbClr val="35547B"/>
                          </a:solidFill>
                        </a:rPr>
                        <a:t>Service health dashboard, network assessment, incident response</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2213">
                <a:tc>
                  <a:txBody>
                    <a:bodyPr/>
                    <a:lstStyle/>
                    <a:p>
                      <a:pPr marL="0" indent="0" algn="l">
                        <a:buNone/>
                      </a:pPr>
                      <a:r>
                        <a:rPr lang="en-US" sz="1700">
                          <a:solidFill>
                            <a:srgbClr val="1F4E79"/>
                          </a:solidFill>
                        </a:rPr>
                        <a:t>Deploy Microsoft 365 Apps</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700">
                          <a:solidFill>
                            <a:srgbClr val="35547B"/>
                          </a:solidFill>
                        </a:rPr>
                        <a:t>Deployment strategies, user-driven install, updates, channels</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3"/>
                  </a:ext>
                </a:extLst>
              </a:tr>
              <a:tr h="702213">
                <a:tc>
                  <a:txBody>
                    <a:bodyPr/>
                    <a:lstStyle/>
                    <a:p>
                      <a:pPr marL="0" indent="0" algn="l">
                        <a:buNone/>
                      </a:pPr>
                      <a:r>
                        <a:rPr lang="en-US" sz="1700">
                          <a:solidFill>
                            <a:srgbClr val="1F4E79"/>
                          </a:solidFill>
                        </a:rPr>
                        <a:t>Analyse data with Viva Insights</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700">
                          <a:solidFill>
                            <a:srgbClr val="35547B"/>
                          </a:solidFill>
                        </a:rPr>
                        <a:t>Personal, team, organisational &amp; advanced insights</a:t>
                      </a:r>
                      <a:endParaRPr lang="en-US" sz="1700"/>
                    </a:p>
                  </a:txBody>
                  <a:tcPr marL="138595" marR="138595" marT="69297" marB="69297"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4160"/>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4161"/>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4160"/>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918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1028699" y="221108"/>
            <a:ext cx="7421963" cy="775969"/>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000" kern="1200">
                <a:solidFill>
                  <a:srgbClr val="FFFFFF"/>
                </a:solidFill>
                <a:latin typeface="+mj-lt"/>
                <a:ea typeface="+mj-ea"/>
                <a:cs typeface="+mj-cs"/>
              </a:rPr>
              <a:t>Overview &amp; Future Actions</a:t>
            </a:r>
          </a:p>
        </p:txBody>
      </p:sp>
      <p:sp>
        <p:nvSpPr>
          <p:cNvPr id="3" name="Text 1"/>
          <p:cNvSpPr/>
          <p:nvPr/>
        </p:nvSpPr>
        <p:spPr>
          <a:xfrm>
            <a:off x="1028700" y="1740257"/>
            <a:ext cx="4007758" cy="2765076"/>
          </a:xfrm>
          <a:prstGeom prst="rect">
            <a:avLst/>
          </a:prstGeom>
        </p:spPr>
        <p:txBody>
          <a:bodyPr vert="horz" lIns="91440" tIns="45720" rIns="91440" bIns="45720" rtlCol="0" anchor="ctr">
            <a:normAutofit/>
          </a:bodyPr>
          <a:lstStyle/>
          <a:p>
            <a:pPr marL="342900" indent="-285750">
              <a:lnSpc>
                <a:spcPct val="90000"/>
              </a:lnSpc>
              <a:spcAft>
                <a:spcPts val="600"/>
              </a:spcAft>
              <a:buFont typeface="Arial" panose="020B0604020202020204" pitchFamily="34" charset="0"/>
              <a:buChar char="•"/>
            </a:pPr>
            <a:r>
              <a:rPr lang="en-US" sz="1500" dirty="0"/>
              <a:t>Delegate administration through well‑defined roles and RBAC groups.
Monitor service health, perform network assessments and plan for incident response.
Deploy and maintain Microsoft 365 Apps with appropriate channels and update policies.
Use Viva Insights to drive data‑informed decisions about collaboration and productivity.</a:t>
            </a:r>
          </a:p>
        </p:txBody>
      </p:sp>
      <p:sp>
        <p:nvSpPr>
          <p:cNvPr id="8" name="Text 5"/>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a:solidFill>
                  <a:srgbClr val="4472C4"/>
                </a:solidFill>
                <a:hlinkClick r:id="rId3"/>
              </a:rPr>
              <a:t>[10]</a:t>
            </a:r>
            <a:r>
              <a:rPr lang="en-US" sz="600">
                <a:solidFill>
                  <a:srgbClr val="000000"/>
                </a:solidFill>
              </a:rPr>
              <a:t>  </a:t>
            </a:r>
            <a:r>
              <a:rPr lang="en-US" sz="600" u="sng">
                <a:solidFill>
                  <a:srgbClr val="4472C4"/>
                </a:solidFill>
                <a:hlinkClick r:id="rId4"/>
              </a:rPr>
              <a:t>[11]</a:t>
            </a:r>
            <a:r>
              <a:rPr lang="en-US" sz="600">
                <a:solidFill>
                  <a:srgbClr val="000000"/>
                </a:solidFill>
              </a:rPr>
              <a:t>  </a:t>
            </a:r>
            <a:r>
              <a:rPr lang="en-US" sz="600" u="sng">
                <a:solidFill>
                  <a:srgbClr val="4472C4"/>
                </a:solidFill>
                <a:hlinkClick r:id="rId5"/>
              </a:rPr>
              <a:t>[12]</a:t>
            </a:r>
            <a:r>
              <a:rPr lang="en-US" sz="600">
                <a:solidFill>
                  <a:srgbClr val="000000"/>
                </a:solidFill>
              </a:rPr>
              <a:t>  </a:t>
            </a:r>
            <a:r>
              <a:rPr lang="en-US" sz="600" u="sng">
                <a:solidFill>
                  <a:srgbClr val="4472C4"/>
                </a:solidFill>
                <a:hlinkClick r:id="rId6"/>
              </a:rPr>
              <a:t>[13]</a:t>
            </a:r>
            <a:endParaRPr lang="en-US" sz="600"/>
          </a:p>
        </p:txBody>
      </p:sp>
      <p:sp>
        <p:nvSpPr>
          <p:cNvPr id="6" name="Text 3"/>
          <p:cNvSpPr/>
          <p:nvPr/>
        </p:nvSpPr>
        <p:spPr>
          <a:xfrm>
            <a:off x="5920445" y="2038760"/>
            <a:ext cx="2103120" cy="731520"/>
          </a:xfrm>
          <a:prstGeom prst="rect">
            <a:avLst/>
          </a:prstGeom>
          <a:noFill/>
          <a:ln/>
        </p:spPr>
        <p:txBody>
          <a:bodyPr wrap="square" rtlCol="0" anchor="ctr"/>
          <a:lstStyle/>
          <a:p>
            <a:pPr marL="0" indent="0" algn="l">
              <a:spcAft>
                <a:spcPts val="600"/>
              </a:spcAft>
              <a:buNone/>
            </a:pPr>
            <a:r>
              <a:rPr lang="en-US" dirty="0"/>
              <a:t>Proceed to 
“Implement identity synchronisation”</a:t>
            </a:r>
          </a:p>
        </p:txBody>
      </p:sp>
      <p:sp>
        <p:nvSpPr>
          <p:cNvPr id="5" name="TextBox 4">
            <a:extLst>
              <a:ext uri="{FF2B5EF4-FFF2-40B4-BE49-F238E27FC236}">
                <a16:creationId xmlns:a16="http://schemas.microsoft.com/office/drawing/2014/main" id="{329A5887-27F1-847D-8FF8-B6D0B8C539FB}"/>
              </a:ext>
            </a:extLst>
          </p:cNvPr>
          <p:cNvSpPr txBox="1"/>
          <p:nvPr/>
        </p:nvSpPr>
        <p:spPr>
          <a:xfrm>
            <a:off x="5920445" y="2932271"/>
            <a:ext cx="2583525" cy="954107"/>
          </a:xfrm>
          <a:prstGeom prst="rect">
            <a:avLst/>
          </a:prstGeom>
          <a:noFill/>
        </p:spPr>
        <p:txBody>
          <a:bodyPr wrap="square">
            <a:spAutoFit/>
          </a:bodyPr>
          <a:lstStyle/>
          <a:p>
            <a:pPr marL="0" indent="0">
              <a:spcAft>
                <a:spcPts val="600"/>
              </a:spcAft>
              <a:buNone/>
            </a:pPr>
            <a:r>
              <a:rPr lang="en-US" sz="1400" dirty="0"/>
              <a:t>Next, explore how to prepare and implement directory synchronisation between on‑prem and cloud identities.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44</TotalTime>
  <Words>1043</Words>
  <Application>Microsoft Office PowerPoint</Application>
  <PresentationFormat>Custom</PresentationFormat>
  <Paragraphs>63</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Raydo</cp:lastModifiedBy>
  <cp:revision>1</cp:revision>
  <dcterms:created xsi:type="dcterms:W3CDTF">2025-12-18T20:10:40Z</dcterms:created>
  <dcterms:modified xsi:type="dcterms:W3CDTF">2025-12-18T22:27:08Z</dcterms:modified>
</cp:coreProperties>
</file>