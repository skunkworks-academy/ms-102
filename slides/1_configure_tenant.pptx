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8" r:id="rId4"/>
    <p:sldId id="259" r:id="rId5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2D645-ACCC-4F3D-B545-461515D35181}" v="18" dt="2025-12-18T20:33:55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496" autoAdjust="0"/>
  </p:normalViewPr>
  <p:slideViewPr>
    <p:cSldViewPr snapToGrid="0" snapToObjects="1">
      <p:cViewPr varScale="1">
        <p:scale>
          <a:sx n="85" d="100"/>
          <a:sy n="85" d="100"/>
        </p:scale>
        <p:origin x="140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do Matthee" userId="259e028f13680ef9" providerId="LiveId" clId="{6AC1AFA1-16AA-487C-B473-8260DD30DC01}"/>
    <pc:docChg chg="undo custSel addSld delSld modSld modMainMaster">
      <pc:chgData name="Raydo Matthee" userId="259e028f13680ef9" providerId="LiveId" clId="{6AC1AFA1-16AA-487C-B473-8260DD30DC01}" dt="2025-12-18T22:31:34.508" v="133" actId="403"/>
      <pc:docMkLst>
        <pc:docMk/>
      </pc:docMkLst>
      <pc:sldChg chg="addSp delSp modSp mod setBg modNotesTx">
        <pc:chgData name="Raydo Matthee" userId="259e028f13680ef9" providerId="LiveId" clId="{6AC1AFA1-16AA-487C-B473-8260DD30DC01}" dt="2025-12-18T22:31:34.508" v="133" actId="403"/>
        <pc:sldMkLst>
          <pc:docMk/>
          <pc:sldMk cId="0" sldId="256"/>
        </pc:sldMkLst>
        <pc:spChg chg="mod">
          <ac:chgData name="Raydo Matthee" userId="259e028f13680ef9" providerId="LiveId" clId="{6AC1AFA1-16AA-487C-B473-8260DD30DC01}" dt="2025-12-18T22:31:34.508" v="133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31:54.852" v="118" actId="5793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11:12.334" v="0" actId="26606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Raydo Matthee" userId="259e028f13680ef9" providerId="LiveId" clId="{6AC1AFA1-16AA-487C-B473-8260DD30DC01}" dt="2025-12-18T20:17:58.594" v="3" actId="26606"/>
          <ac:spMkLst>
            <pc:docMk/>
            <pc:sldMk cId="0" sldId="256"/>
            <ac:spMk id="10" creationId="{04812C46-200A-4DEB-A05E-3ED6C68C2387}"/>
          </ac:spMkLst>
        </pc:spChg>
        <pc:spChg chg="add del">
          <ac:chgData name="Raydo Matthee" userId="259e028f13680ef9" providerId="LiveId" clId="{6AC1AFA1-16AA-487C-B473-8260DD30DC01}" dt="2025-12-18T20:17:58.594" v="3" actId="26606"/>
          <ac:spMkLst>
            <pc:docMk/>
            <pc:sldMk cId="0" sldId="256"/>
            <ac:spMk id="12" creationId="{D1EA859B-E555-4109-94F3-6700E046E008}"/>
          </ac:spMkLst>
        </pc:spChg>
        <pc:spChg chg="add">
          <ac:chgData name="Raydo Matthee" userId="259e028f13680ef9" providerId="LiveId" clId="{6AC1AFA1-16AA-487C-B473-8260DD30DC01}" dt="2025-12-18T20:17:58.594" v="3" actId="26606"/>
          <ac:spMkLst>
            <pc:docMk/>
            <pc:sldMk cId="0" sldId="256"/>
            <ac:spMk id="17" creationId="{D1A4588A-55D5-49B8-BE41-54ACDCFF2C17}"/>
          </ac:spMkLst>
        </pc:spChg>
        <pc:spChg chg="add">
          <ac:chgData name="Raydo Matthee" userId="259e028f13680ef9" providerId="LiveId" clId="{6AC1AFA1-16AA-487C-B473-8260DD30DC01}" dt="2025-12-18T20:17:58.594" v="3" actId="26606"/>
          <ac:spMkLst>
            <pc:docMk/>
            <pc:sldMk cId="0" sldId="256"/>
            <ac:spMk id="19" creationId="{F97E7EA2-EDCD-47E9-81BC-415C606D1B58}"/>
          </ac:spMkLst>
        </pc:spChg>
        <pc:picChg chg="mod ord">
          <ac:chgData name="Raydo Matthee" userId="259e028f13680ef9" providerId="LiveId" clId="{6AC1AFA1-16AA-487C-B473-8260DD30DC01}" dt="2025-12-18T20:17:58.594" v="3" actId="2660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add del mod setBg">
        <pc:chgData name="Raydo Matthee" userId="259e028f13680ef9" providerId="LiveId" clId="{6AC1AFA1-16AA-487C-B473-8260DD30DC01}" dt="2025-12-18T20:29:21.544" v="98" actId="2696"/>
        <pc:sldMkLst>
          <pc:docMk/>
          <pc:sldMk cId="0" sldId="257"/>
        </pc:sldMkLst>
        <pc:spChg chg="mod">
          <ac:chgData name="Raydo Matthee" userId="259e028f13680ef9" providerId="LiveId" clId="{6AC1AFA1-16AA-487C-B473-8260DD30DC01}" dt="2025-12-18T20:21:06.455" v="30" actId="368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6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9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21:43.483" v="34" actId="36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11:21.606" v="2" actId="1076"/>
          <ac:spMkLst>
            <pc:docMk/>
            <pc:sldMk cId="0" sldId="257"/>
            <ac:spMk id="13" creationId="{00000000-0000-0000-0000-000000000000}"/>
          </ac:spMkLst>
        </pc:spChg>
      </pc:sldChg>
      <pc:sldChg chg="addSp delSp modSp mod setBg modNotesTx">
        <pc:chgData name="Raydo Matthee" userId="259e028f13680ef9" providerId="LiveId" clId="{6AC1AFA1-16AA-487C-B473-8260DD30DC01}" dt="2025-12-18T20:34:06.110" v="121" actId="12"/>
        <pc:sldMkLst>
          <pc:docMk/>
          <pc:sldMk cId="0" sldId="258"/>
        </pc:sldMkLst>
        <pc:spChg chg="mod">
          <ac:chgData name="Raydo Matthee" userId="259e028f13680ef9" providerId="LiveId" clId="{6AC1AFA1-16AA-487C-B473-8260DD30DC01}" dt="2025-12-18T20:18:05.689" v="4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18:05.689" v="4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9" creationId="{A8384FB5-9ADC-4DDC-881B-597D56F5B15D}"/>
          </ac:spMkLst>
        </pc:spChg>
        <pc:spChg chg="add del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11" creationId="{1199E1B1-A8C0-4FE8-A5A8-1CB41D69F857}"/>
          </ac:spMkLst>
        </pc:spChg>
        <pc:spChg chg="add del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13" creationId="{84A8DE83-DE75-4B41-9DB4-A7EC0B0DEC0B}"/>
          </ac:spMkLst>
        </pc:spChg>
        <pc:spChg chg="add del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15" creationId="{A7009A0A-BEF5-4EAC-AF15-E4F9F002E239}"/>
          </ac:spMkLst>
        </pc:spChg>
        <pc:spChg chg="add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20" creationId="{A8384FB5-9ADC-4DDC-881B-597D56F5B15D}"/>
          </ac:spMkLst>
        </pc:spChg>
        <pc:spChg chg="add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22" creationId="{1199E1B1-A8C0-4FE8-A5A8-1CB41D69F857}"/>
          </ac:spMkLst>
        </pc:spChg>
        <pc:spChg chg="add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24" creationId="{84A8DE83-DE75-4B41-9DB4-A7EC0B0DEC0B}"/>
          </ac:spMkLst>
        </pc:spChg>
        <pc:spChg chg="add">
          <ac:chgData name="Raydo Matthee" userId="259e028f13680ef9" providerId="LiveId" clId="{6AC1AFA1-16AA-487C-B473-8260DD30DC01}" dt="2025-12-18T20:30:28.427" v="101" actId="26606"/>
          <ac:spMkLst>
            <pc:docMk/>
            <pc:sldMk cId="0" sldId="258"/>
            <ac:spMk id="26" creationId="{A7009A0A-BEF5-4EAC-AF15-E4F9F002E239}"/>
          </ac:spMkLst>
        </pc:spChg>
        <pc:graphicFrameChg chg="add mod ord modGraphic">
          <ac:chgData name="Raydo Matthee" userId="259e028f13680ef9" providerId="LiveId" clId="{6AC1AFA1-16AA-487C-B473-8260DD30DC01}" dt="2025-12-18T20:30:28.427" v="101" actId="26606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addSp delSp modSp mod setBg modNotesTx">
        <pc:chgData name="Raydo Matthee" userId="259e028f13680ef9" providerId="LiveId" clId="{6AC1AFA1-16AA-487C-B473-8260DD30DC01}" dt="2025-12-18T20:34:37.277" v="123" actId="34807"/>
        <pc:sldMkLst>
          <pc:docMk/>
          <pc:sldMk cId="0" sldId="259"/>
        </pc:sldMkLst>
        <pc:spChg chg="mod">
          <ac:chgData name="Raydo Matthee" userId="259e028f13680ef9" providerId="LiveId" clId="{6AC1AFA1-16AA-487C-B473-8260DD30DC01}" dt="2025-12-18T20:20:53.176" v="2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34:37.277" v="123" actId="34807"/>
          <ac:spMkLst>
            <pc:docMk/>
            <pc:sldMk cId="0" sldId="259"/>
            <ac:spMk id="3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19:01.313" v="9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19:00.645" v="8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19:03.669" v="11" actId="478"/>
          <ac:spMkLst>
            <pc:docMk/>
            <pc:sldMk cId="0" sldId="259"/>
            <ac:spMk id="7" creationId="{00000000-0000-0000-0000-000000000000}"/>
          </ac:spMkLst>
        </pc:spChg>
        <pc:spChg chg="mod or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8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12" creationId="{C4285719-470E-454C-AF62-8323075F1F5B}"/>
          </ac:spMkLst>
        </pc:spChg>
        <pc:spChg chg="ad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13" creationId="{CD9FE4EF-C4D8-49A0-B2FF-81D8DB7D8A24}"/>
          </ac:spMkLst>
        </pc:spChg>
        <pc:spChg chg="ad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14" creationId="{4300840D-0A0B-4512-BACA-B439D5B9C57C}"/>
          </ac:spMkLst>
        </pc:spChg>
        <pc:spChg chg="add del">
          <ac:chgData name="Raydo Matthee" userId="259e028f13680ef9" providerId="LiveId" clId="{6AC1AFA1-16AA-487C-B473-8260DD30DC01}" dt="2025-12-18T20:20:14.926" v="21" actId="26606"/>
          <ac:spMkLst>
            <pc:docMk/>
            <pc:sldMk cId="0" sldId="259"/>
            <ac:spMk id="15" creationId="{7FF47CB7-972F-479F-A36D-9E72D26EC8DA}"/>
          </ac:spMkLst>
        </pc:spChg>
        <pc:spChg chg="add del">
          <ac:chgData name="Raydo Matthee" userId="259e028f13680ef9" providerId="LiveId" clId="{6AC1AFA1-16AA-487C-B473-8260DD30DC01}" dt="2025-12-18T20:20:14.926" v="21" actId="26606"/>
          <ac:spMkLst>
            <pc:docMk/>
            <pc:sldMk cId="0" sldId="259"/>
            <ac:spMk id="17" creationId="{0D153B68-5844-490D-8E67-F616D6D721CA}"/>
          </ac:spMkLst>
        </pc:spChg>
        <pc:spChg chg="add del">
          <ac:chgData name="Raydo Matthee" userId="259e028f13680ef9" providerId="LiveId" clId="{6AC1AFA1-16AA-487C-B473-8260DD30DC01}" dt="2025-12-18T20:20:14.926" v="21" actId="26606"/>
          <ac:spMkLst>
            <pc:docMk/>
            <pc:sldMk cId="0" sldId="259"/>
            <ac:spMk id="19" creationId="{9A0D773F-7A7D-4DBB-9DEA-86BB8B8F4BC8}"/>
          </ac:spMkLst>
        </pc:spChg>
        <pc:spChg chg="ad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21" creationId="{D2B78728-A580-49A7-84F9-6EF6F583ADE0}"/>
          </ac:spMkLst>
        </pc:spChg>
        <pc:spChg chg="ad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23" creationId="{38FAA1A1-D861-433F-88FA-1E9D6FD31D11}"/>
          </ac:spMkLst>
        </pc:spChg>
        <pc:spChg chg="add">
          <ac:chgData name="Raydo Matthee" userId="259e028f13680ef9" providerId="LiveId" clId="{6AC1AFA1-16AA-487C-B473-8260DD30DC01}" dt="2025-12-18T20:20:26.072" v="22" actId="26606"/>
          <ac:spMkLst>
            <pc:docMk/>
            <pc:sldMk cId="0" sldId="259"/>
            <ac:spMk id="25" creationId="{8D71EDA1-87BF-4D5D-AB79-F346FD19278A}"/>
          </ac:spMkLst>
        </pc:spChg>
        <pc:picChg chg="del">
          <ac:chgData name="Raydo Matthee" userId="259e028f13680ef9" providerId="LiveId" clId="{6AC1AFA1-16AA-487C-B473-8260DD30DC01}" dt="2025-12-18T20:19:02.194" v="10" actId="478"/>
          <ac:picMkLst>
            <pc:docMk/>
            <pc:sldMk cId="0" sldId="259"/>
            <ac:picMk id="5" creationId="{00000000-0000-0000-0000-000000000000}"/>
          </ac:picMkLst>
        </pc:picChg>
        <pc:picChg chg="add mod">
          <ac:chgData name="Raydo Matthee" userId="259e028f13680ef9" providerId="LiveId" clId="{6AC1AFA1-16AA-487C-B473-8260DD30DC01}" dt="2025-12-18T20:20:26.072" v="22" actId="26606"/>
          <ac:picMkLst>
            <pc:docMk/>
            <pc:sldMk cId="0" sldId="259"/>
            <ac:picMk id="10" creationId="{04CC9046-9FC5-6A85-1569-2AE796709C38}"/>
          </ac:picMkLst>
        </pc:picChg>
      </pc:sldChg>
      <pc:sldChg chg="addSp delSp modSp add mod setBg delDesignElem chgLayout">
        <pc:chgData name="Raydo Matthee" userId="259e028f13680ef9" providerId="LiveId" clId="{6AC1AFA1-16AA-487C-B473-8260DD30DC01}" dt="2025-12-18T22:28:20.660" v="126" actId="26606"/>
        <pc:sldMkLst>
          <pc:docMk/>
          <pc:sldMk cId="2878669976" sldId="260"/>
        </pc:sldMkLst>
        <pc:spChg chg="mo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" creationId="{4972B03E-5C85-E12C-25FA-E948E43D21A6}"/>
          </ac:spMkLst>
        </pc:spChg>
        <pc:spChg chg="del">
          <ac:chgData name="Raydo Matthee" userId="259e028f13680ef9" providerId="LiveId" clId="{6AC1AFA1-16AA-487C-B473-8260DD30DC01}" dt="2025-12-18T20:22:58.897" v="40" actId="478"/>
          <ac:spMkLst>
            <pc:docMk/>
            <pc:sldMk cId="2878669976" sldId="260"/>
            <ac:spMk id="3" creationId="{F91021E0-B356-8AE9-EFF1-EF6B2AB09798}"/>
          </ac:spMkLst>
        </pc:spChg>
        <pc:spChg chg="mo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4" creationId="{1900233B-70B6-1E85-0D21-A9C9E983DE95}"/>
          </ac:spMkLst>
        </pc:spChg>
        <pc:spChg chg="del">
          <ac:chgData name="Raydo Matthee" userId="259e028f13680ef9" providerId="LiveId" clId="{6AC1AFA1-16AA-487C-B473-8260DD30DC01}" dt="2025-12-18T20:22:57.807" v="39" actId="478"/>
          <ac:spMkLst>
            <pc:docMk/>
            <pc:sldMk cId="2878669976" sldId="260"/>
            <ac:spMk id="5" creationId="{C169F165-8A0B-2E13-0C96-6051B150E1F9}"/>
          </ac:spMkLst>
        </pc:spChg>
        <pc:spChg chg="del mod">
          <ac:chgData name="Raydo Matthee" userId="259e028f13680ef9" providerId="LiveId" clId="{6AC1AFA1-16AA-487C-B473-8260DD30DC01}" dt="2025-12-18T20:27:23.249" v="81" actId="478"/>
          <ac:spMkLst>
            <pc:docMk/>
            <pc:sldMk cId="2878669976" sldId="260"/>
            <ac:spMk id="6" creationId="{588626F8-709B-C618-EFED-DBD80288A485}"/>
          </ac:spMkLst>
        </pc:spChg>
        <pc:spChg chg="del">
          <ac:chgData name="Raydo Matthee" userId="259e028f13680ef9" providerId="LiveId" clId="{6AC1AFA1-16AA-487C-B473-8260DD30DC01}" dt="2025-12-18T20:22:57.249" v="38" actId="478"/>
          <ac:spMkLst>
            <pc:docMk/>
            <pc:sldMk cId="2878669976" sldId="260"/>
            <ac:spMk id="7" creationId="{2A33402E-940D-7533-6727-30D2310D7224}"/>
          </ac:spMkLst>
        </pc:spChg>
        <pc:spChg chg="del mod">
          <ac:chgData name="Raydo Matthee" userId="259e028f13680ef9" providerId="LiveId" clId="{6AC1AFA1-16AA-487C-B473-8260DD30DC01}" dt="2025-12-18T20:27:21.339" v="80" actId="478"/>
          <ac:spMkLst>
            <pc:docMk/>
            <pc:sldMk cId="2878669976" sldId="260"/>
            <ac:spMk id="8" creationId="{8478252F-CC43-EB06-9755-1F23F383DFBD}"/>
          </ac:spMkLst>
        </pc:spChg>
        <pc:spChg chg="del">
          <ac:chgData name="Raydo Matthee" userId="259e028f13680ef9" providerId="LiveId" clId="{6AC1AFA1-16AA-487C-B473-8260DD30DC01}" dt="2025-12-18T20:22:56.262" v="37" actId="478"/>
          <ac:spMkLst>
            <pc:docMk/>
            <pc:sldMk cId="2878669976" sldId="260"/>
            <ac:spMk id="9" creationId="{009D8F85-AE16-2EAD-7BD4-79DA3A0EB8B5}"/>
          </ac:spMkLst>
        </pc:spChg>
        <pc:spChg chg="del mod">
          <ac:chgData name="Raydo Matthee" userId="259e028f13680ef9" providerId="LiveId" clId="{6AC1AFA1-16AA-487C-B473-8260DD30DC01}" dt="2025-12-18T20:27:28.493" v="82" actId="478"/>
          <ac:spMkLst>
            <pc:docMk/>
            <pc:sldMk cId="2878669976" sldId="260"/>
            <ac:spMk id="10" creationId="{2896AF4D-5DB6-A5B4-315C-06B2CC09784E}"/>
          </ac:spMkLst>
        </pc:spChg>
        <pc:spChg chg="del">
          <ac:chgData name="Raydo Matthee" userId="259e028f13680ef9" providerId="LiveId" clId="{6AC1AFA1-16AA-487C-B473-8260DD30DC01}" dt="2025-12-18T20:22:55.379" v="36" actId="478"/>
          <ac:spMkLst>
            <pc:docMk/>
            <pc:sldMk cId="2878669976" sldId="260"/>
            <ac:spMk id="11" creationId="{F8B24443-59E7-69C7-9DFA-B7B62F1769B5}"/>
          </ac:spMkLst>
        </pc:spChg>
        <pc:spChg chg="del mod">
          <ac:chgData name="Raydo Matthee" userId="259e028f13680ef9" providerId="LiveId" clId="{6AC1AFA1-16AA-487C-B473-8260DD30DC01}" dt="2025-12-18T20:27:29.771" v="83" actId="478"/>
          <ac:spMkLst>
            <pc:docMk/>
            <pc:sldMk cId="2878669976" sldId="260"/>
            <ac:spMk id="12" creationId="{71853D83-706B-E950-C933-402A1AF67355}"/>
          </ac:spMkLst>
        </pc:spChg>
        <pc:spChg chg="del mod">
          <ac:chgData name="Raydo Matthee" userId="259e028f13680ef9" providerId="LiveId" clId="{6AC1AFA1-16AA-487C-B473-8260DD30DC01}" dt="2025-12-18T20:23:20.235" v="44" actId="478"/>
          <ac:spMkLst>
            <pc:docMk/>
            <pc:sldMk cId="2878669976" sldId="260"/>
            <ac:spMk id="13" creationId="{C06F18CC-9BE0-3D99-14FB-A8254B7C7C22}"/>
          </ac:spMkLst>
        </pc:spChg>
        <pc:spChg chg="add del">
          <ac:chgData name="Raydo Matthee" userId="259e028f13680ef9" providerId="LiveId" clId="{6AC1AFA1-16AA-487C-B473-8260DD30DC01}" dt="2025-12-18T20:29:15.470" v="97" actId="26606"/>
          <ac:spMkLst>
            <pc:docMk/>
            <pc:sldMk cId="2878669976" sldId="260"/>
            <ac:spMk id="14" creationId="{389575E1-3389-451A-A5F7-27854C25C599}"/>
          </ac:spMkLst>
        </pc:spChg>
        <pc:spChg chg="add del">
          <ac:chgData name="Raydo Matthee" userId="259e028f13680ef9" providerId="LiveId" clId="{6AC1AFA1-16AA-487C-B473-8260DD30DC01}" dt="2025-12-18T20:29:15.470" v="97" actId="26606"/>
          <ac:spMkLst>
            <pc:docMk/>
            <pc:sldMk cId="2878669976" sldId="260"/>
            <ac:spMk id="15" creationId="{A53CCC5C-D88E-40FB-B30B-23DCDBD01D37}"/>
          </ac:spMkLst>
        </pc:spChg>
        <pc:spChg chg="add del">
          <ac:chgData name="Raydo Matthee" userId="259e028f13680ef9" providerId="LiveId" clId="{6AC1AFA1-16AA-487C-B473-8260DD30DC01}" dt="2025-12-18T20:29:15.470" v="97" actId="26606"/>
          <ac:spMkLst>
            <pc:docMk/>
            <pc:sldMk cId="2878669976" sldId="260"/>
            <ac:spMk id="16" creationId="{081E4A58-353D-44AE-B2FC-2A74E2E400F7}"/>
          </ac:spMkLst>
        </pc:spChg>
        <pc:spChg chg="add del">
          <ac:chgData name="Raydo Matthee" userId="259e028f13680ef9" providerId="LiveId" clId="{6AC1AFA1-16AA-487C-B473-8260DD30DC01}" dt="2025-12-18T22:28:14.645" v="125" actId="6264"/>
          <ac:spMkLst>
            <pc:docMk/>
            <pc:sldMk cId="2878669976" sldId="260"/>
            <ac:spMk id="17" creationId="{7C32DF3D-3F59-481D-A237-77C31AD492C1}"/>
          </ac:spMkLst>
        </pc:spChg>
        <pc:spChg chg="add del">
          <ac:chgData name="Raydo Matthee" userId="259e028f13680ef9" providerId="LiveId" clId="{6AC1AFA1-16AA-487C-B473-8260DD30DC01}" dt="2025-12-18T22:28:14.645" v="125" actId="6264"/>
          <ac:spMkLst>
            <pc:docMk/>
            <pc:sldMk cId="2878669976" sldId="260"/>
            <ac:spMk id="18" creationId="{32F02326-30C4-4095-988F-932A425AE2DA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19" creationId="{38FAA1A1-D861-433F-88FA-1E9D6FD31D11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0" creationId="{09588DA8-065E-4F6F-8EFD-43104AB2E0CF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1" creationId="{8D71EDA1-87BF-4D5D-AB79-F346FD19278A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2" creationId="{C4285719-470E-454C-AF62-8323075F1F5B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3" creationId="{CD9FE4EF-C4D8-49A0-B2FF-81D8DB7D8A24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4" creationId="{4300840D-0A0B-4512-BACA-B439D5B9C57C}"/>
          </ac:spMkLst>
        </pc:spChg>
        <pc:spChg chg="add">
          <ac:chgData name="Raydo Matthee" userId="259e028f13680ef9" providerId="LiveId" clId="{6AC1AFA1-16AA-487C-B473-8260DD30DC01}" dt="2025-12-18T22:28:20.660" v="126" actId="26606"/>
          <ac:spMkLst>
            <pc:docMk/>
            <pc:sldMk cId="2878669976" sldId="260"/>
            <ac:spMk id="25" creationId="{D2B78728-A580-49A7-84F9-6EF6F583ADE0}"/>
          </ac:spMkLst>
        </pc:spChg>
      </pc:sldChg>
      <pc:sldMasterChg chg="modSldLayout">
        <pc:chgData name="Raydo Matthee" userId="259e028f13680ef9" providerId="LiveId" clId="{6AC1AFA1-16AA-487C-B473-8260DD30DC01}" dt="2025-12-18T20:27:02.663" v="78"/>
        <pc:sldMasterMkLst>
          <pc:docMk/>
          <pc:sldMasterMk cId="0" sldId="2147483648"/>
        </pc:sldMasterMkLst>
        <pc:sldLayoutChg chg="setBg">
          <pc:chgData name="Raydo Matthee" userId="259e028f13680ef9" providerId="LiveId" clId="{6AC1AFA1-16AA-487C-B473-8260DD30DC01}" dt="2025-12-18T20:27:02.663" v="78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962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configure-microsoft-365-experience/#:~:text=Learning%20objective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configure-microsoft-365-experience/#:~:text=Learning%20objective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configure-microsoft-365-experience/#:~:text=Learning%20objective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1: Learning Path Overview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365 tenant setup is crucial for a seamless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experience.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tasks: Set up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profile, manage subscriptions and services, and configure connectivity.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goal: Ensure your Microsoft 365 environment is ready for users and workloads.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https://learn.microsoft.com/en-us/training/modules/configure-microsoft-365-experience/#:~:text=Learning%20objectives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9FCF1-F4B1-BD4F-5457-0C9780B3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EFDB0-A498-2647-AA9D-891D81058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C7EE1-3371-1B67-3025-6678244BA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2: Learning Objectives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Tenant Management Tasks: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Understand the main responsibilities for managing a Microsoft 365 tenant.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profile, subscriptions, and services.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a checklist for tenant setup.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and manage user accounts.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 and recover licenses for users.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 guest users and contacts.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 and maintain collaboration groups.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 and add custom domains using DNS.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client connectivity and troubleshoot issues.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70FAE-97FF-B8BF-D963-2378A4405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25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3: Modules Overview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your Microsoft 365 experience: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 on tenant profile, subscriptions, services, and checklist.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 users, licenses &amp; contacts: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 user provisioning, license assignment and recovery, and guest management.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 groups in Microsoft 365: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Explore group types, creation, management, and integration with Exchange &amp; SharePoint.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a custom domain: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 DNS, add domains, and verify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client connectivity: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Autodiscover, protocols, and troubleshooting tools.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https://learn.microsoft.com/en-us/training/modules/configure-microsoft-365-experience/#:~:text=Learning%20objectives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4: Summary &amp; Next Steps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by configuring your tenant profile, subscriptions, and services for a strong foundation.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 identities: Provision users, assign licenses,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 custom domains and ensure client connectivity across devices and workloads.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Next: Proceed to “Manage your Microsoft 365 tenant” to learn about roles, tenant health, and app deployments.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https://learn.microsoft.com/en-us/training/modules/configure-microsoft-365-experience/#:~:text=Learning%20objectives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training/modules/configure-microsoft-365-experience/#:~:text=Learning%20objective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configure-microsoft-365-experience/#:~:text=Learning%20objectives" TargetMode="External"/><Relationship Id="rId7" Type="http://schemas.openxmlformats.org/officeDocument/2006/relationships/hyperlink" Target="https://learn.microsoft.com/en-us/training/modules/configure-client-connectivity-microsoft-365/#:~:text=,issues%20in%20Microsoft%20365%20deploymen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add-domain-microsoft-365/#:~:text=,to%20your%20Microsoft%20365%20deployment" TargetMode="External"/><Relationship Id="rId5" Type="http://schemas.openxmlformats.org/officeDocument/2006/relationships/hyperlink" Target="https://learn.microsoft.com/en-us/training/modules/manage-microsoft-365/#:~:text=,groups%20available%20in%20Microsoft%20365" TargetMode="External"/><Relationship Id="rId4" Type="http://schemas.openxmlformats.org/officeDocument/2006/relationships/hyperlink" Target="https://learn.microsoft.com/en-us/training/modules/manage-accounts-licenses-microsoft-365/#:~:text=This%20module%20provides%20instruction%20on,and%20manage%20guests%20and%20contact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configure-client-connectivity-microsoft-365/#:~:text=,issues%20in%20Microsoft%20365%20deployments" TargetMode="External"/><Relationship Id="rId5" Type="http://schemas.openxmlformats.org/officeDocument/2006/relationships/hyperlink" Target="https://learn.microsoft.com/en-us/training/modules/manage-accounts-licenses-microsoft-365/#:~:text=This%20module%20provides%20instruction%20on,and%20manage%20guests%20and%20contacts" TargetMode="External"/><Relationship Id="rId4" Type="http://schemas.openxmlformats.org/officeDocument/2006/relationships/hyperlink" Target="https://learn.microsoft.com/en-us/training/modules/configure-microsoft-365-experience/#:~:text=Learning%20objectiv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0227" b="24845"/>
          <a:stretch>
            <a:fillRect/>
          </a:stretch>
        </p:blipFill>
        <p:spPr>
          <a:xfrm>
            <a:off x="20" y="10"/>
            <a:ext cx="9143980" cy="335257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2524"/>
            <a:ext cx="7036903" cy="51482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 0"/>
          <p:cNvSpPr/>
          <p:nvPr/>
        </p:nvSpPr>
        <p:spPr>
          <a:xfrm>
            <a:off x="425196" y="3155377"/>
            <a:ext cx="6417894" cy="402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dirty="0">
                <a:solidFill>
                  <a:schemeClr val="bg1"/>
                </a:solidFill>
              </a:rPr>
              <a:t>Configure your Microsoft 365 tenant</a:t>
            </a:r>
            <a:r>
              <a:rPr lang="en-US" sz="1100" b="1">
                <a:solidFill>
                  <a:schemeClr val="bg1"/>
                </a:solidFill>
              </a:rPr>
              <a:t>
</a:t>
            </a:r>
            <a:r>
              <a:rPr lang="en-US" sz="1100" b="1" dirty="0">
                <a:solidFill>
                  <a:schemeClr val="bg1"/>
                </a:solidFill>
              </a:rPr>
              <a:t>Learning </a:t>
            </a:r>
            <a:r>
              <a:rPr lang="en-US" sz="1100" b="1">
                <a:solidFill>
                  <a:schemeClr val="bg1"/>
                </a:solidFill>
              </a:rPr>
              <a:t>Path Overview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25196" y="3720677"/>
            <a:ext cx="8293608" cy="98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Set up your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organisation’s</a:t>
            </a:r>
            <a:r>
              <a:rPr lang="en-US" sz="13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profile, manage subscriptions and services, and configure connectivity to guarantee a seamless Microsoft 365 experience.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 dirty="0">
                <a:solidFill>
                  <a:srgbClr val="4472C4"/>
                </a:solidFill>
                <a:hlinkClick r:id="rId4"/>
              </a:rPr>
              <a:t>[1]</a:t>
            </a:r>
            <a:endParaRPr lang="en-US"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99C20-1DBE-CB87-19CD-4C702885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4" y="1059943"/>
            <a:ext cx="5148263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5" y="1067553"/>
            <a:ext cx="5148262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074" y="2694958"/>
            <a:ext cx="187822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961"/>
            <a:ext cx="2925267" cy="3137121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51" y="1052331"/>
            <a:ext cx="5148265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972B03E-5C85-E12C-25FA-E948E43D21A6}"/>
              </a:ext>
            </a:extLst>
          </p:cNvPr>
          <p:cNvSpPr/>
          <p:nvPr/>
        </p:nvSpPr>
        <p:spPr>
          <a:xfrm>
            <a:off x="350041" y="440548"/>
            <a:ext cx="2401025" cy="2542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Objectives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00233B-70B6-1E85-0D21-A9C9E983DE95}"/>
              </a:ext>
            </a:extLst>
          </p:cNvPr>
          <p:cNvSpPr/>
          <p:nvPr/>
        </p:nvSpPr>
        <p:spPr>
          <a:xfrm>
            <a:off x="3607694" y="487561"/>
            <a:ext cx="4916510" cy="4163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Microsoft 365 Tenant Management Tasks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Configure organization profile, subscriptions, services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Prepare tenant checklist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Create and manage user accounts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Assign and recover licenses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Manage guest users and contacts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Establish and maintain collaboration groups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Plan and add custom domains with DNS</a:t>
            </a:r>
          </a:p>
          <a:p>
            <a:pPr marL="27432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Configure client connectivity and troubleshoot issues</a:t>
            </a:r>
          </a:p>
        </p:txBody>
      </p:sp>
    </p:spTree>
    <p:extLst>
      <p:ext uri="{BB962C8B-B14F-4D97-AF65-F5344CB8AC3E}">
        <p14:creationId xmlns:p14="http://schemas.microsoft.com/office/powerpoint/2010/main" val="287866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306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2689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1825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200"/>
            <a:ext cx="5297791" cy="87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Modules Overview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29374" y="293395"/>
            <a:ext cx="2425189" cy="655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3"/>
              </a:rPr>
              <a:t>[7]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4"/>
              </a:rPr>
              <a:t>[8]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5"/>
              </a:rPr>
              <a:t>[9]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6"/>
              </a:rPr>
              <a:t>[10]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7"/>
              </a:rPr>
              <a:t>[11]</a:t>
            </a:r>
            <a:endParaRPr lang="en-US" sz="15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08125"/>
              </p:ext>
            </p:extLst>
          </p:nvPr>
        </p:nvGraphicFramePr>
        <p:xfrm>
          <a:off x="324168" y="1536305"/>
          <a:ext cx="8495663" cy="3221772"/>
        </p:xfrm>
        <a:graphic>
          <a:graphicData uri="http://schemas.openxmlformats.org/drawingml/2006/table">
            <a:tbl>
              <a:tblPr firstRow="1" bandRow="1"/>
              <a:tblGrid>
                <a:gridCol w="3532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3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7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700"/>
                    </a:p>
                  </a:txBody>
                  <a:tcPr marL="132085" marR="132085" marT="66043" marB="66043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</a:rPr>
                        <a:t>Key topics</a:t>
                      </a:r>
                      <a:endParaRPr lang="en-US" sz="1700"/>
                    </a:p>
                  </a:txBody>
                  <a:tcPr marL="132085" marR="132085" marT="66043" marB="66043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3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F4E79"/>
                          </a:solidFill>
                        </a:rPr>
                        <a:t>Configure your Microsoft 365 experience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35547B"/>
                          </a:solidFill>
                        </a:rPr>
                        <a:t>Tenant profile, subscriptions, services, checklist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3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F4E79"/>
                          </a:solidFill>
                        </a:rPr>
                        <a:t>Manage users, licenses &amp; contacts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35547B"/>
                          </a:solidFill>
                        </a:rPr>
                        <a:t>User provisioning, license assignment, recovery, guests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3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F4E79"/>
                          </a:solidFill>
                        </a:rPr>
                        <a:t>Manage groups in Microsoft 365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35547B"/>
                          </a:solidFill>
                        </a:rPr>
                        <a:t>Group types, creation &amp; management, Exchange &amp; SharePoint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5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F4E79"/>
                          </a:solidFill>
                        </a:rPr>
                        <a:t>Add a custom domain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35547B"/>
                          </a:solidFill>
                        </a:rPr>
                        <a:t>DNS planning, domain addition, verification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5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F4E79"/>
                          </a:solidFill>
                        </a:rPr>
                        <a:t>Configure client connectivity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35547B"/>
                          </a:solidFill>
                        </a:rPr>
                        <a:t>Autodiscover, protocols, troubleshooting tools</a:t>
                      </a:r>
                      <a:endParaRPr lang="en-US" sz="1600"/>
                    </a:p>
                  </a:txBody>
                  <a:tcPr marL="132085" marR="132085" marT="66043" marB="66043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4" y="1059943"/>
            <a:ext cx="5148263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5" y="1067553"/>
            <a:ext cx="5148262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074" y="2694958"/>
            <a:ext cx="187822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961"/>
            <a:ext cx="2925267" cy="3137121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51" y="1052331"/>
            <a:ext cx="5148265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548"/>
            <a:ext cx="2401025" cy="2542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&amp; Next Steps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8629" y="487561"/>
            <a:ext cx="2936997" cy="4163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3464" indent="-283464" algn="l" rtl="0" eaLnBrk="1" latinLnBrk="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Set up a robust foundation by configuring your tenant profile, subscriptions, and services.</a:t>
            </a:r>
          </a:p>
          <a:p>
            <a:pPr marL="283464" indent="-283464" algn="l" rtl="0" eaLnBrk="1" latinLnBrk="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Manage identities efficiently through user provisioning, license assignment, and group organisation.</a:t>
            </a:r>
          </a:p>
          <a:p>
            <a:pPr marL="283464" indent="-283464" algn="l" rtl="0" eaLnBrk="1" latinLnBrk="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Integrate custom domains and maintain seamless client connectivity across all devices and workloads.</a:t>
            </a:r>
            <a:endParaRPr lang="en-US" sz="1500" dirty="0"/>
          </a:p>
        </p:txBody>
      </p:sp>
      <p:pic>
        <p:nvPicPr>
          <p:cNvPr id="10" name="Picture 9" descr="A close-up of a document&#10;&#10;AI-generated content may be incorrect.">
            <a:extLst>
              <a:ext uri="{FF2B5EF4-FFF2-40B4-BE49-F238E27FC236}">
                <a16:creationId xmlns:a16="http://schemas.microsoft.com/office/drawing/2014/main" id="{04CC9046-9FC5-6A85-1569-2AE796709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26" y="1727752"/>
            <a:ext cx="2711832" cy="1701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>
                <a:solidFill>
                  <a:srgbClr val="4472C4"/>
                </a:solidFill>
                <a:hlinkClick r:id="rId4"/>
              </a:rPr>
              <a:t>[12]</a:t>
            </a:r>
            <a:r>
              <a:rPr lang="en-US" sz="600">
                <a:solidFill>
                  <a:srgbClr val="000000"/>
                </a:solidFill>
              </a:rPr>
              <a:t>  </a:t>
            </a:r>
            <a:r>
              <a:rPr lang="en-US" sz="600" u="sng">
                <a:solidFill>
                  <a:srgbClr val="4472C4"/>
                </a:solidFill>
                <a:hlinkClick r:id="rId5"/>
              </a:rPr>
              <a:t>[13]</a:t>
            </a:r>
            <a:r>
              <a:rPr lang="en-US" sz="600">
                <a:solidFill>
                  <a:srgbClr val="000000"/>
                </a:solidFill>
              </a:rPr>
              <a:t>  </a:t>
            </a:r>
            <a:r>
              <a:rPr lang="en-US" sz="600" u="sng">
                <a:solidFill>
                  <a:srgbClr val="4472C4"/>
                </a:solidFill>
                <a:hlinkClick r:id="rId6"/>
              </a:rPr>
              <a:t>[14]</a:t>
            </a:r>
            <a:endParaRPr lang="en-US"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A6B1DDB-B34E-41A6-8961-F763BCF0D423}">
  <we:reference id="WA104380519" version="3.7.0.0" store="Omex" storeType="OMEX"/>
  <we:alternateReferences>
    <we:reference id="WA104380519" version="3.7.0.0" store="WA10438051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90586AE-7044-46D0-AC8A-DAFC18ED715A}">
  <we:reference id="WA200003964" version="1.0.0.0" store="Omex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579</Words>
  <Application>Microsoft Office PowerPoint</Application>
  <PresentationFormat>Custom</PresentationFormat>
  <Paragraphs>64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Raydo</cp:lastModifiedBy>
  <cp:revision>1</cp:revision>
  <dcterms:created xsi:type="dcterms:W3CDTF">2025-12-18T20:07:57Z</dcterms:created>
  <dcterms:modified xsi:type="dcterms:W3CDTF">2025-12-18T22:31:39Z</dcterms:modified>
</cp:coreProperties>
</file>